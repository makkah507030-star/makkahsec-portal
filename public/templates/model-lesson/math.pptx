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6365B"/>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3A78B5"/>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58CA3"/>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6365B"/>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3A78B5"/>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16365B"/>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16365B"/>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16365B"/>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16365B"/>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58CA3"/>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A4CDF2"/>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58CA3"/>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A4CDF2"/>
          </a:solidFill>
          <a:ln w="12700">
            <a:solidFill>
              <a:srgbClr val="A4CDF2"/>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A4CDF2"/>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C3CED6"/>
                </a:solidFill>
                <a:latin typeface="IBM Plex Sans Arabic"/>
                <a:cs typeface="IBM Plex Sans Arabic"/>
              </a:rPr>
              <a:t>موقع الدرس في توزيع المنهج: </a:t>
            </a:r>
            <a:r>
              <a:rPr lang="ar-SA" altLang="en-US" sz="1300" b="1" dirty="0">
                <a:solidFill>
                  <a:srgbClr val="A4CDF2"/>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C3CED6"/>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C3CED6"/>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D7EEFD"/>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D7EEFD"/>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3A78B5"/>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A4CDF2"/>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A4CDF2"/>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0B3D59"/>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0B3D59"/>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758CA3"/>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6365B"/>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758CA3"/>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44" name="Circle 44"/>
          <p:cNvSpPr/>
          <p:nvPr/>
        </p:nvSpPr>
        <p:spPr>
          <a:xfrm>
            <a:off x="8001000" y="3776472"/>
            <a:ext cx="548640" cy="548640"/>
          </a:xfrm>
          <a:prstGeom prst="ellipse">
            <a:avLst/>
          </a:prstGeom>
          <a:solidFill>
            <a:srgbClr val="A4CDF2"/>
          </a:solidFill>
          <a:ln w="12700">
            <a:solidFill>
              <a:srgbClr val="A4CDF2"/>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3A78B5"/>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8" name="Circle 8"/>
          <p:cNvSpPr/>
          <p:nvPr/>
        </p:nvSpPr>
        <p:spPr>
          <a:xfrm>
            <a:off x="7697419" y="2212848"/>
            <a:ext cx="502920" cy="502920"/>
          </a:xfrm>
          <a:prstGeom prst="ellipse">
            <a:avLst/>
          </a:prstGeom>
          <a:solidFill>
            <a:srgbClr val="A4CDF2"/>
          </a:solidFill>
          <a:ln w="12700">
            <a:solidFill>
              <a:srgbClr val="A4CDF2"/>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758CA3"/>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Circle 13"/>
          <p:cNvSpPr/>
          <p:nvPr/>
        </p:nvSpPr>
        <p:spPr>
          <a:xfrm>
            <a:off x="6084418" y="2212848"/>
            <a:ext cx="502920" cy="502920"/>
          </a:xfrm>
          <a:prstGeom prst="ellipse">
            <a:avLst/>
          </a:prstGeom>
          <a:solidFill>
            <a:srgbClr val="A4CDF2"/>
          </a:solidFill>
          <a:ln w="12700">
            <a:solidFill>
              <a:srgbClr val="A4CDF2"/>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758CA3"/>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8" name="Circle 18"/>
          <p:cNvSpPr/>
          <p:nvPr/>
        </p:nvSpPr>
        <p:spPr>
          <a:xfrm>
            <a:off x="4471416" y="2212848"/>
            <a:ext cx="502920" cy="502920"/>
          </a:xfrm>
          <a:prstGeom prst="ellipse">
            <a:avLst/>
          </a:prstGeom>
          <a:solidFill>
            <a:srgbClr val="A4CDF2"/>
          </a:solidFill>
          <a:ln w="12700">
            <a:solidFill>
              <a:srgbClr val="A4CDF2"/>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758CA3"/>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23" name="Circle 23"/>
          <p:cNvSpPr/>
          <p:nvPr/>
        </p:nvSpPr>
        <p:spPr>
          <a:xfrm>
            <a:off x="2858414" y="2212848"/>
            <a:ext cx="502920" cy="502920"/>
          </a:xfrm>
          <a:prstGeom prst="ellipse">
            <a:avLst/>
          </a:prstGeom>
          <a:solidFill>
            <a:srgbClr val="A4CDF2"/>
          </a:solidFill>
          <a:ln w="12700">
            <a:solidFill>
              <a:srgbClr val="A4CDF2"/>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758CA3"/>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28" name="Circle 28"/>
          <p:cNvSpPr/>
          <p:nvPr/>
        </p:nvSpPr>
        <p:spPr>
          <a:xfrm>
            <a:off x="1245413" y="2212848"/>
            <a:ext cx="502920" cy="502920"/>
          </a:xfrm>
          <a:prstGeom prst="ellipse">
            <a:avLst/>
          </a:prstGeom>
          <a:solidFill>
            <a:srgbClr val="A4CDF2"/>
          </a:solidFill>
          <a:ln w="12700">
            <a:solidFill>
              <a:srgbClr val="A4CDF2"/>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758CA3"/>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3A78B5"/>
                </a:solidFill>
                <a:latin typeface="IBM Plex Sans Arabic"/>
                <a:cs typeface="IBM Plex Sans Arabic"/>
              </a:rPr>
              <a:t>لوحة التميز: </a:t>
            </a:r>
            <a:r>
              <a:rPr lang="ar-SA" altLang="en-US" sz="1200" dirty="0">
                <a:solidFill>
                  <a:srgbClr val="16365B"/>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F1F9FE"/>
          </a:solidFill>
          <a:ln w="19050">
            <a:solidFill>
              <a:srgbClr val="D7EEFD"/>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758CA3"/>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758CA3"/>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16365B"/>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3A78B5"/>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E0EBF2"/>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A78B5"/>
                </a:solidFill>
                <a:latin typeface="IBM Plex Sans Arabic"/>
                <a:cs typeface="IBM Plex Sans Arabic"/>
              </a:rPr>
              <a:t>فكّر  </a:t>
            </a:r>
            <a:r>
              <a:rPr lang="ar-SA" altLang="en-US" sz="1100" dirty="0">
                <a:solidFill>
                  <a:srgbClr val="758CA3"/>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E0EBF2"/>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A78B5"/>
                </a:solidFill>
                <a:latin typeface="IBM Plex Sans Arabic"/>
                <a:cs typeface="IBM Plex Sans Arabic"/>
              </a:rPr>
              <a:t>زاوج  </a:t>
            </a:r>
            <a:r>
              <a:rPr lang="ar-SA" altLang="en-US" sz="1100" dirty="0">
                <a:solidFill>
                  <a:srgbClr val="758CA3"/>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E0EBF2"/>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A78B5"/>
                </a:solidFill>
                <a:latin typeface="IBM Plex Sans Arabic"/>
                <a:cs typeface="IBM Plex Sans Arabic"/>
              </a:rPr>
              <a:t>شارك  </a:t>
            </a:r>
            <a:r>
              <a:rPr lang="ar-SA" altLang="en-US" sz="1100" dirty="0">
                <a:solidFill>
                  <a:srgbClr val="758CA3"/>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8" name="Circle 8"/>
          <p:cNvSpPr/>
          <p:nvPr/>
        </p:nvSpPr>
        <p:spPr>
          <a:xfrm>
            <a:off x="8001000" y="2267712"/>
            <a:ext cx="502920" cy="502920"/>
          </a:xfrm>
          <a:prstGeom prst="ellipse">
            <a:avLst/>
          </a:prstGeom>
          <a:solidFill>
            <a:srgbClr val="A4CDF2"/>
          </a:solidFill>
          <a:ln w="12700">
            <a:solidFill>
              <a:srgbClr val="A4CDF2"/>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A78B5"/>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758CA3"/>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E0EBF2"/>
            </a:solidFill>
            <a:prstDash val="dash"/>
          </a:ln>
        </p:spPr>
      </p:sp>
      <p:sp>
        <p:nvSpPr>
          <p:cNvPr id="13" name="Shape 13"/>
          <p:cNvSpPr/>
          <p:nvPr/>
        </p:nvSpPr>
        <p:spPr>
          <a:xfrm>
            <a:off x="6263640" y="4069080"/>
            <a:ext cx="2240280" cy="0"/>
          </a:xfrm>
          <a:prstGeom prst="line">
            <a:avLst/>
          </a:prstGeom>
          <a:noFill/>
          <a:ln w="9525">
            <a:solidFill>
              <a:srgbClr val="E0EBF2"/>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5" name="Circle 15"/>
          <p:cNvSpPr/>
          <p:nvPr/>
        </p:nvSpPr>
        <p:spPr>
          <a:xfrm>
            <a:off x="5189220" y="2267712"/>
            <a:ext cx="502920" cy="502920"/>
          </a:xfrm>
          <a:prstGeom prst="ellipse">
            <a:avLst/>
          </a:prstGeom>
          <a:solidFill>
            <a:srgbClr val="A4CDF2"/>
          </a:solidFill>
          <a:ln w="12700">
            <a:solidFill>
              <a:srgbClr val="A4CDF2"/>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A78B5"/>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758CA3"/>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E0EBF2"/>
            </a:solidFill>
            <a:prstDash val="dash"/>
          </a:ln>
        </p:spPr>
      </p:sp>
      <p:sp>
        <p:nvSpPr>
          <p:cNvPr id="20" name="Shape 20"/>
          <p:cNvSpPr/>
          <p:nvPr/>
        </p:nvSpPr>
        <p:spPr>
          <a:xfrm>
            <a:off x="3451860" y="4069080"/>
            <a:ext cx="2240280" cy="0"/>
          </a:xfrm>
          <a:prstGeom prst="line">
            <a:avLst/>
          </a:prstGeom>
          <a:noFill/>
          <a:ln w="9525">
            <a:solidFill>
              <a:srgbClr val="E0EBF2"/>
            </a:solidFill>
            <a:prstDash val="dash"/>
          </a:ln>
        </p:spPr>
      </p:sp>
      <p:sp>
        <p:nvSpPr>
          <p:cNvPr id="21" name="Card 21"/>
          <p:cNvSpPr/>
          <p:nvPr/>
        </p:nvSpPr>
        <p:spPr>
          <a:xfrm>
            <a:off x="457200" y="2103120"/>
            <a:ext cx="2606040" cy="233172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22" name="Circle 22"/>
          <p:cNvSpPr/>
          <p:nvPr/>
        </p:nvSpPr>
        <p:spPr>
          <a:xfrm>
            <a:off x="2377440" y="2267712"/>
            <a:ext cx="502920" cy="502920"/>
          </a:xfrm>
          <a:prstGeom prst="ellipse">
            <a:avLst/>
          </a:prstGeom>
          <a:solidFill>
            <a:srgbClr val="A4CDF2"/>
          </a:solidFill>
          <a:ln w="12700">
            <a:solidFill>
              <a:srgbClr val="A4CDF2"/>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A78B5"/>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758CA3"/>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E0EBF2"/>
            </a:solidFill>
            <a:prstDash val="dash"/>
          </a:ln>
        </p:spPr>
      </p:sp>
      <p:sp>
        <p:nvSpPr>
          <p:cNvPr id="27" name="Shape 27"/>
          <p:cNvSpPr/>
          <p:nvPr/>
        </p:nvSpPr>
        <p:spPr>
          <a:xfrm>
            <a:off x="640080" y="4069080"/>
            <a:ext cx="2240280" cy="0"/>
          </a:xfrm>
          <a:prstGeom prst="line">
            <a:avLst/>
          </a:prstGeom>
          <a:noFill/>
          <a:ln w="9525">
            <a:solidFill>
              <a:srgbClr val="E0EBF2"/>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E0EBF2"/>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3A78B5"/>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Circle 13"/>
          <p:cNvSpPr/>
          <p:nvPr/>
        </p:nvSpPr>
        <p:spPr>
          <a:xfrm>
            <a:off x="8183880" y="2231136"/>
            <a:ext cx="402336" cy="402336"/>
          </a:xfrm>
          <a:prstGeom prst="ellipse">
            <a:avLst/>
          </a:prstGeom>
          <a:solidFill>
            <a:srgbClr val="3A78B5"/>
          </a:solidFill>
          <a:ln w="12700">
            <a:solidFill>
              <a:srgbClr val="3A78B5"/>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16365B"/>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F1F9FE"/>
          </a:solidFill>
          <a:ln w="12700">
            <a:solidFill>
              <a:srgbClr val="D7EEFD"/>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3A78B5"/>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9" name="Circle 19"/>
          <p:cNvSpPr/>
          <p:nvPr/>
        </p:nvSpPr>
        <p:spPr>
          <a:xfrm>
            <a:off x="8183880" y="3017520"/>
            <a:ext cx="402336" cy="402336"/>
          </a:xfrm>
          <a:prstGeom prst="ellipse">
            <a:avLst/>
          </a:prstGeom>
          <a:solidFill>
            <a:srgbClr val="3A78B5"/>
          </a:solidFill>
          <a:ln w="12700">
            <a:solidFill>
              <a:srgbClr val="3A78B5"/>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16365B"/>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F1F9FE"/>
          </a:solidFill>
          <a:ln w="12700">
            <a:solidFill>
              <a:srgbClr val="D7EEFD"/>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3A78B5"/>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25" name="Circle 25"/>
          <p:cNvSpPr/>
          <p:nvPr/>
        </p:nvSpPr>
        <p:spPr>
          <a:xfrm>
            <a:off x="8183880" y="3803904"/>
            <a:ext cx="402336" cy="402336"/>
          </a:xfrm>
          <a:prstGeom prst="ellipse">
            <a:avLst/>
          </a:prstGeom>
          <a:solidFill>
            <a:srgbClr val="3A78B5"/>
          </a:solidFill>
          <a:ln w="12700">
            <a:solidFill>
              <a:srgbClr val="3A78B5"/>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16365B"/>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F1F9FE"/>
          </a:solidFill>
          <a:ln w="12700">
            <a:solidFill>
              <a:srgbClr val="D7EEFD"/>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3A78B5"/>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31" name="Circle 31"/>
          <p:cNvSpPr/>
          <p:nvPr/>
        </p:nvSpPr>
        <p:spPr>
          <a:xfrm>
            <a:off x="1572768" y="2240280"/>
            <a:ext cx="502920" cy="502920"/>
          </a:xfrm>
          <a:prstGeom prst="ellipse">
            <a:avLst/>
          </a:prstGeom>
          <a:solidFill>
            <a:srgbClr val="A4CDF2"/>
          </a:solidFill>
          <a:ln w="12700">
            <a:solidFill>
              <a:srgbClr val="A4CDF2"/>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16365B"/>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16365B"/>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16365B"/>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8" name="Circle 8"/>
          <p:cNvSpPr/>
          <p:nvPr/>
        </p:nvSpPr>
        <p:spPr>
          <a:xfrm>
            <a:off x="8001000" y="2377440"/>
            <a:ext cx="502920" cy="502920"/>
          </a:xfrm>
          <a:prstGeom prst="ellipse">
            <a:avLst/>
          </a:prstGeom>
          <a:solidFill>
            <a:srgbClr val="A4CDF2"/>
          </a:solidFill>
          <a:ln w="12700">
            <a:solidFill>
              <a:srgbClr val="A4CDF2"/>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3A78B5"/>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Circle 13"/>
          <p:cNvSpPr/>
          <p:nvPr/>
        </p:nvSpPr>
        <p:spPr>
          <a:xfrm>
            <a:off x="3794760" y="2377440"/>
            <a:ext cx="502920" cy="502920"/>
          </a:xfrm>
          <a:prstGeom prst="ellipse">
            <a:avLst/>
          </a:prstGeom>
          <a:solidFill>
            <a:srgbClr val="A4CDF2"/>
          </a:solidFill>
          <a:ln w="12700">
            <a:solidFill>
              <a:srgbClr val="A4CDF2"/>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3A78B5"/>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8" name="Circle 18"/>
          <p:cNvSpPr/>
          <p:nvPr/>
        </p:nvSpPr>
        <p:spPr>
          <a:xfrm>
            <a:off x="8001000" y="3611880"/>
            <a:ext cx="502920" cy="502920"/>
          </a:xfrm>
          <a:prstGeom prst="ellipse">
            <a:avLst/>
          </a:prstGeom>
          <a:solidFill>
            <a:srgbClr val="A4CDF2"/>
          </a:solidFill>
          <a:ln w="12700">
            <a:solidFill>
              <a:srgbClr val="A4CDF2"/>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3A78B5"/>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23" name="Circle 23"/>
          <p:cNvSpPr/>
          <p:nvPr/>
        </p:nvSpPr>
        <p:spPr>
          <a:xfrm>
            <a:off x="3794760" y="3611880"/>
            <a:ext cx="502920" cy="502920"/>
          </a:xfrm>
          <a:prstGeom prst="ellipse">
            <a:avLst/>
          </a:prstGeom>
          <a:solidFill>
            <a:srgbClr val="A4CDF2"/>
          </a:solidFill>
          <a:ln w="12700">
            <a:solidFill>
              <a:srgbClr val="A4CDF2"/>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3A78B5"/>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A78B5"/>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16365B"/>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16365B"/>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16365B"/>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A78B5"/>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A4CDF2"/>
          </a:solidFill>
          <a:ln w="12700">
            <a:solidFill>
              <a:srgbClr val="A4CDF2"/>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0B3D59"/>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A4CDF2"/>
          </a:solidFill>
          <a:ln w="12700">
            <a:solidFill>
              <a:srgbClr val="A4CDF2"/>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0B3D59"/>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A4CDF2"/>
          </a:solidFill>
          <a:ln w="12700">
            <a:solidFill>
              <a:srgbClr val="A4CDF2"/>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0B3D59"/>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16365B"/>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txBody>
          <a:bodyPr wrap="square" lIns="1554480" tIns="0" rIns="731520" bIns="0" rtlCol="1" anchor="ctr"/>
          <a:lstStyle/>
          <a:p>
            <a:pPr rtl="1" algn="r">
              <a:buNone/>
            </a:pPr>
            <a:r>
              <a:rPr lang="ar-SA" altLang="en-US" sz="1500" dirty="0">
                <a:solidFill>
                  <a:srgbClr val="16365B"/>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A4CDF2"/>
          </a:solidFill>
          <a:ln w="12700">
            <a:solidFill>
              <a:srgbClr val="A4CDF2"/>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D59"/>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txBody>
          <a:bodyPr wrap="square" lIns="1554480" tIns="0" rIns="731520" bIns="0" rtlCol="1" anchor="ctr"/>
          <a:lstStyle/>
          <a:p>
            <a:pPr rtl="1" algn="r">
              <a:buNone/>
            </a:pPr>
            <a:r>
              <a:rPr lang="ar-SA" altLang="en-US" sz="1500" dirty="0">
                <a:solidFill>
                  <a:srgbClr val="16365B"/>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A4CDF2"/>
          </a:solidFill>
          <a:ln w="12700">
            <a:solidFill>
              <a:srgbClr val="A4CDF2"/>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D59"/>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txBody>
          <a:bodyPr wrap="square" lIns="1554480" tIns="0" rIns="731520" bIns="0" rtlCol="1" anchor="ctr"/>
          <a:lstStyle/>
          <a:p>
            <a:pPr rtl="1" algn="r">
              <a:buNone/>
            </a:pPr>
            <a:r>
              <a:rPr lang="ar-SA" altLang="en-US" sz="1500" dirty="0">
                <a:solidFill>
                  <a:srgbClr val="16365B"/>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A4CDF2"/>
          </a:solidFill>
          <a:ln w="12700">
            <a:solidFill>
              <a:srgbClr val="A4CDF2"/>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D59"/>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txBody>
          <a:bodyPr wrap="square" lIns="1554480" tIns="0" rIns="731520" bIns="0" rtlCol="1" anchor="ctr"/>
          <a:lstStyle/>
          <a:p>
            <a:pPr rtl="1" algn="r">
              <a:buNone/>
            </a:pPr>
            <a:r>
              <a:rPr lang="ar-SA" altLang="en-US" sz="1500" dirty="0">
                <a:solidFill>
                  <a:srgbClr val="16365B"/>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A4CDF2"/>
          </a:solidFill>
          <a:ln w="12700">
            <a:solidFill>
              <a:srgbClr val="A4CDF2"/>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D59"/>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758CA3"/>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Circle 13"/>
          <p:cNvSpPr/>
          <p:nvPr/>
        </p:nvSpPr>
        <p:spPr>
          <a:xfrm>
            <a:off x="8001000" y="2240280"/>
            <a:ext cx="502920" cy="502920"/>
          </a:xfrm>
          <a:prstGeom prst="ellipse">
            <a:avLst/>
          </a:prstGeom>
          <a:solidFill>
            <a:srgbClr val="A4CDF2"/>
          </a:solidFill>
          <a:ln w="12700">
            <a:solidFill>
              <a:srgbClr val="A4CDF2"/>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3A78B5"/>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16365B"/>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16365B"/>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16365B"/>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F1F9FE"/>
          </a:solidFill>
          <a:ln w="12700">
            <a:solidFill>
              <a:srgbClr val="D7EEFD"/>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A78B5"/>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F1F9FE"/>
          </a:solidFill>
          <a:ln w="12700">
            <a:solidFill>
              <a:srgbClr val="D7EEFD"/>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A78B5"/>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F1F9FE"/>
          </a:solidFill>
          <a:ln w="12700">
            <a:solidFill>
              <a:srgbClr val="D7EEFD"/>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A78B5"/>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27" name="Circle 27"/>
          <p:cNvSpPr/>
          <p:nvPr/>
        </p:nvSpPr>
        <p:spPr>
          <a:xfrm>
            <a:off x="2450592" y="2194560"/>
            <a:ext cx="438912" cy="438912"/>
          </a:xfrm>
          <a:prstGeom prst="ellipse">
            <a:avLst/>
          </a:prstGeom>
          <a:solidFill>
            <a:srgbClr val="A4CDF2"/>
          </a:solidFill>
          <a:ln w="12700">
            <a:solidFill>
              <a:srgbClr val="A4CDF2"/>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3A78B5"/>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758CA3"/>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32" name="Circle 32"/>
          <p:cNvSpPr/>
          <p:nvPr/>
        </p:nvSpPr>
        <p:spPr>
          <a:xfrm>
            <a:off x="941832" y="2194560"/>
            <a:ext cx="438912" cy="438912"/>
          </a:xfrm>
          <a:prstGeom prst="ellipse">
            <a:avLst/>
          </a:prstGeom>
          <a:solidFill>
            <a:srgbClr val="A4CDF2"/>
          </a:solidFill>
          <a:ln w="12700">
            <a:solidFill>
              <a:srgbClr val="A4CDF2"/>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3A78B5"/>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758CA3"/>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37" name="Circle 37"/>
          <p:cNvSpPr/>
          <p:nvPr/>
        </p:nvSpPr>
        <p:spPr>
          <a:xfrm>
            <a:off x="2450592" y="3429000"/>
            <a:ext cx="438912" cy="438912"/>
          </a:xfrm>
          <a:prstGeom prst="ellipse">
            <a:avLst/>
          </a:prstGeom>
          <a:solidFill>
            <a:srgbClr val="A4CDF2"/>
          </a:solidFill>
          <a:ln w="12700">
            <a:solidFill>
              <a:srgbClr val="A4CDF2"/>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3A78B5"/>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758CA3"/>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42" name="Circle 42"/>
          <p:cNvSpPr/>
          <p:nvPr/>
        </p:nvSpPr>
        <p:spPr>
          <a:xfrm>
            <a:off x="941832" y="3429000"/>
            <a:ext cx="438912" cy="438912"/>
          </a:xfrm>
          <a:prstGeom prst="ellipse">
            <a:avLst/>
          </a:prstGeom>
          <a:solidFill>
            <a:srgbClr val="A4CDF2"/>
          </a:solidFill>
          <a:ln w="12700">
            <a:solidFill>
              <a:srgbClr val="A4CDF2"/>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3A78B5"/>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758CA3"/>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3A78B5"/>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3A78B5"/>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3A78B5"/>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3A78B5"/>
                    </a:solidFill>
                  </a:tcPr>
                </a:tc>
              </a:tr>
              <a:tr h="457200">
                <a:tc>
                  <a:txBody>
                    <a:bodyPr/>
                    <a:lstStyle/>
                    <a:p>
                      <a:pPr rtl="1" algn="r"/>
                      <a:r>
                        <a:rPr lang="ar-SA" altLang="en-US" sz="1100" dirty="0">
                          <a:solidFill>
                            <a:srgbClr val="16365B"/>
                          </a:solidFill>
                          <a:latin typeface="IBM Plex Sans Arabic"/>
                          <a:cs typeface="IBM Plex Sans Arabic"/>
                        </a:rPr>
                        <a:t>فيه أخطاء</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c>
                  <a:txBody>
                    <a:bodyPr/>
                    <a:lstStyle/>
                    <a:p>
                      <a:pPr rtl="1" algn="r"/>
                      <a:r>
                        <a:rPr lang="ar-SA" altLang="en-US" sz="1100" dirty="0">
                          <a:solidFill>
                            <a:srgbClr val="16365B"/>
                          </a:solidFill>
                          <a:latin typeface="IBM Plex Sans Arabic"/>
                          <a:cs typeface="IBM Plex Sans Arabic"/>
                        </a:rPr>
                        <a:t>صحيح دون تبرير</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c>
                  <a:txBody>
                    <a:bodyPr/>
                    <a:lstStyle/>
                    <a:p>
                      <a:pPr rtl="1" algn="r"/>
                      <a:r>
                        <a:rPr lang="ar-SA" altLang="en-US" sz="1100" dirty="0">
                          <a:solidFill>
                            <a:srgbClr val="16365B"/>
                          </a:solidFill>
                          <a:latin typeface="IBM Plex Sans Arabic"/>
                          <a:cs typeface="IBM Plex Sans Arabic"/>
                        </a:rPr>
                        <a:t>صحيح ومبرَّر</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c>
                  <a:txBody>
                    <a:bodyPr/>
                    <a:lstStyle/>
                    <a:p>
                      <a:pPr rtl="1" algn="r"/>
                      <a:r>
                        <a:rPr lang="ar-SA" altLang="en-US" sz="1100" b="1" dirty="0">
                          <a:solidFill>
                            <a:srgbClr val="3A78B5"/>
                          </a:solidFill>
                          <a:latin typeface="IBM Plex Sans Arabic"/>
                          <a:cs typeface="IBM Plex Sans Arabic"/>
                        </a:rPr>
                        <a:t>صحة الحل</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r>
              <a:tr h="457200">
                <a:tc>
                  <a:txBody>
                    <a:bodyPr/>
                    <a:lstStyle/>
                    <a:p>
                      <a:pPr rtl="1" algn="r"/>
                      <a:r>
                        <a:rPr lang="ar-SA" altLang="en-US" sz="1100" dirty="0">
                          <a:solidFill>
                            <a:srgbClr val="16365B"/>
                          </a:solidFill>
                          <a:latin typeface="IBM Plex Sans Arabic"/>
                          <a:cs typeface="IBM Plex Sans Arabic"/>
                        </a:rPr>
                        <a:t>غير واضح</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8FBFD"/>
                    </a:solidFill>
                  </a:tcPr>
                </a:tc>
                <a:tc>
                  <a:txBody>
                    <a:bodyPr/>
                    <a:lstStyle/>
                    <a:p>
                      <a:pPr rtl="1" algn="r"/>
                      <a:r>
                        <a:rPr lang="ar-SA" altLang="en-US" sz="1100" dirty="0">
                          <a:solidFill>
                            <a:srgbClr val="16365B"/>
                          </a:solidFill>
                          <a:latin typeface="IBM Plex Sans Arabic"/>
                          <a:cs typeface="IBM Plex Sans Arabic"/>
                        </a:rPr>
                        <a:t>واضح وطويل</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8FBFD"/>
                    </a:solidFill>
                  </a:tcPr>
                </a:tc>
                <a:tc>
                  <a:txBody>
                    <a:bodyPr/>
                    <a:lstStyle/>
                    <a:p>
                      <a:pPr rtl="1" algn="r"/>
                      <a:r>
                        <a:rPr lang="ar-SA" altLang="en-US" sz="1100" dirty="0">
                          <a:solidFill>
                            <a:srgbClr val="16365B"/>
                          </a:solidFill>
                          <a:latin typeface="IBM Plex Sans Arabic"/>
                          <a:cs typeface="IBM Plex Sans Arabic"/>
                        </a:rPr>
                        <a:t>واضح ومنظّم</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8FBFD"/>
                    </a:solidFill>
                  </a:tcPr>
                </a:tc>
                <a:tc>
                  <a:txBody>
                    <a:bodyPr/>
                    <a:lstStyle/>
                    <a:p>
                      <a:pPr rtl="1" algn="r"/>
                      <a:r>
                        <a:rPr lang="ar-SA" altLang="en-US" sz="1100" b="1" dirty="0">
                          <a:solidFill>
                            <a:srgbClr val="3A78B5"/>
                          </a:solidFill>
                          <a:latin typeface="IBM Plex Sans Arabic"/>
                          <a:cs typeface="IBM Plex Sans Arabic"/>
                        </a:rPr>
                        <a:t>وضوح العرض</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8FBFD"/>
                    </a:solidFill>
                  </a:tcPr>
                </a:tc>
              </a:tr>
              <a:tr h="457200">
                <a:tc>
                  <a:txBody>
                    <a:bodyPr/>
                    <a:lstStyle/>
                    <a:p>
                      <a:pPr rtl="1" algn="r"/>
                      <a:r>
                        <a:rPr lang="ar-SA" altLang="en-US" sz="1100" dirty="0">
                          <a:solidFill>
                            <a:srgbClr val="16365B"/>
                          </a:solidFill>
                          <a:latin typeface="IBM Plex Sans Arabic"/>
                          <a:cs typeface="IBM Plex Sans Arabic"/>
                        </a:rPr>
                        <a:t>عمل فرد واحد</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c>
                  <a:txBody>
                    <a:bodyPr/>
                    <a:lstStyle/>
                    <a:p>
                      <a:pPr rtl="1" algn="r"/>
                      <a:r>
                        <a:rPr lang="ar-SA" altLang="en-US" sz="1100" dirty="0">
                          <a:solidFill>
                            <a:srgbClr val="16365B"/>
                          </a:solidFill>
                          <a:latin typeface="IBM Plex Sans Arabic"/>
                          <a:cs typeface="IBM Plex Sans Arabic"/>
                        </a:rPr>
                        <a:t>شارك أغلبهم</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c>
                  <a:txBody>
                    <a:bodyPr/>
                    <a:lstStyle/>
                    <a:p>
                      <a:pPr rtl="1" algn="r"/>
                      <a:r>
                        <a:rPr lang="ar-SA" altLang="en-US" sz="1100" dirty="0">
                          <a:solidFill>
                            <a:srgbClr val="16365B"/>
                          </a:solidFill>
                          <a:latin typeface="IBM Plex Sans Arabic"/>
                          <a:cs typeface="IBM Plex Sans Arabic"/>
                        </a:rPr>
                        <a:t>شارك الجميع بأدوارهم</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c>
                  <a:txBody>
                    <a:bodyPr/>
                    <a:lstStyle/>
                    <a:p>
                      <a:pPr rtl="1" algn="r"/>
                      <a:r>
                        <a:rPr lang="ar-SA" altLang="en-US" sz="1100" b="1" dirty="0">
                          <a:solidFill>
                            <a:srgbClr val="3A78B5"/>
                          </a:solidFill>
                          <a:latin typeface="IBM Plex Sans Arabic"/>
                          <a:cs typeface="IBM Plex Sans Arabic"/>
                        </a:rPr>
                        <a:t>التعاون</a:t>
                      </a:r>
                    </a:p>
                  </a:txBody>
                  <a:tcPr marL="73152" marR="73152" marT="27432" marB="27432" anchor="ctr">
                    <a:lnL w="9525">
                      <a:solidFill>
                        <a:srgbClr val="E0EBF2"/>
                      </a:solidFill>
                    </a:lnL>
                    <a:lnR w="9525">
                      <a:solidFill>
                        <a:srgbClr val="E0EBF2"/>
                      </a:solidFill>
                    </a:lnR>
                    <a:lnT w="9525">
                      <a:solidFill>
                        <a:srgbClr val="E0EBF2"/>
                      </a:solidFill>
                    </a:lnT>
                    <a:lnB w="9525">
                      <a:solidFill>
                        <a:srgbClr val="E0EBF2"/>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3A78B5"/>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A4CDF2"/>
          </a:solidFill>
          <a:ln w="12700">
            <a:solidFill>
              <a:srgbClr val="A4CDF2"/>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A4CDF2"/>
          </a:solidFill>
          <a:ln w="12700">
            <a:solidFill>
              <a:srgbClr val="A4CDF2"/>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A4CDF2"/>
          </a:solidFill>
          <a:ln w="12700">
            <a:solidFill>
              <a:srgbClr val="A4CDF2"/>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A4CDF2"/>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A4CDF2"/>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C3CED6"/>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A4CDF2"/>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C3CED6"/>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9" name="Circle 9"/>
          <p:cNvSpPr/>
          <p:nvPr/>
        </p:nvSpPr>
        <p:spPr>
          <a:xfrm>
            <a:off x="7452360" y="2468880"/>
            <a:ext cx="548640" cy="548640"/>
          </a:xfrm>
          <a:prstGeom prst="ellipse">
            <a:avLst/>
          </a:prstGeom>
          <a:solidFill>
            <a:srgbClr val="A4CDF2"/>
          </a:solidFill>
          <a:ln w="12700">
            <a:solidFill>
              <a:srgbClr val="A4CDF2"/>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A78B5"/>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6365B"/>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14" name="Circle 14"/>
          <p:cNvSpPr/>
          <p:nvPr/>
        </p:nvSpPr>
        <p:spPr>
          <a:xfrm>
            <a:off x="5449824" y="2468880"/>
            <a:ext cx="548640" cy="548640"/>
          </a:xfrm>
          <a:prstGeom prst="ellipse">
            <a:avLst/>
          </a:prstGeom>
          <a:solidFill>
            <a:srgbClr val="A4CDF2"/>
          </a:solidFill>
          <a:ln w="12700">
            <a:solidFill>
              <a:srgbClr val="A4CDF2"/>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A78B5"/>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6365B"/>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9" name="Circle 19"/>
          <p:cNvSpPr/>
          <p:nvPr/>
        </p:nvSpPr>
        <p:spPr>
          <a:xfrm>
            <a:off x="3447288" y="2468880"/>
            <a:ext cx="548640" cy="548640"/>
          </a:xfrm>
          <a:prstGeom prst="ellipse">
            <a:avLst/>
          </a:prstGeom>
          <a:solidFill>
            <a:srgbClr val="A4CDF2"/>
          </a:solidFill>
          <a:ln w="12700">
            <a:solidFill>
              <a:srgbClr val="A4CDF2"/>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A78B5"/>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6365B"/>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24" name="Circle 24"/>
          <p:cNvSpPr/>
          <p:nvPr/>
        </p:nvSpPr>
        <p:spPr>
          <a:xfrm>
            <a:off x="1444752" y="2468880"/>
            <a:ext cx="548640" cy="548640"/>
          </a:xfrm>
          <a:prstGeom prst="ellipse">
            <a:avLst/>
          </a:prstGeom>
          <a:solidFill>
            <a:srgbClr val="A4CDF2"/>
          </a:solidFill>
          <a:ln w="12700">
            <a:solidFill>
              <a:srgbClr val="A4CDF2"/>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A78B5"/>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6365B"/>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Circle 13"/>
          <p:cNvSpPr/>
          <p:nvPr/>
        </p:nvSpPr>
        <p:spPr>
          <a:xfrm>
            <a:off x="8110728" y="2240280"/>
            <a:ext cx="438912" cy="438912"/>
          </a:xfrm>
          <a:prstGeom prst="ellipse">
            <a:avLst/>
          </a:prstGeom>
          <a:solidFill>
            <a:srgbClr val="A4CDF2"/>
          </a:solidFill>
          <a:ln w="12700">
            <a:solidFill>
              <a:srgbClr val="A4CDF2"/>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A78B5"/>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758CA3"/>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6365B"/>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19" name="Circle 19"/>
          <p:cNvSpPr/>
          <p:nvPr/>
        </p:nvSpPr>
        <p:spPr>
          <a:xfrm>
            <a:off x="6108192" y="2240280"/>
            <a:ext cx="438912" cy="438912"/>
          </a:xfrm>
          <a:prstGeom prst="ellipse">
            <a:avLst/>
          </a:prstGeom>
          <a:solidFill>
            <a:srgbClr val="A4CDF2"/>
          </a:solidFill>
          <a:ln w="12700">
            <a:solidFill>
              <a:srgbClr val="A4CDF2"/>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A78B5"/>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758CA3"/>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6365B"/>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26" name="Circle 26"/>
          <p:cNvSpPr/>
          <p:nvPr/>
        </p:nvSpPr>
        <p:spPr>
          <a:xfrm>
            <a:off x="4105656" y="2240280"/>
            <a:ext cx="438912" cy="438912"/>
          </a:xfrm>
          <a:prstGeom prst="ellipse">
            <a:avLst/>
          </a:prstGeom>
          <a:solidFill>
            <a:srgbClr val="A4CDF2"/>
          </a:solidFill>
          <a:ln w="12700">
            <a:solidFill>
              <a:srgbClr val="A4CDF2"/>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A78B5"/>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758CA3"/>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6365B"/>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3A78B5"/>
          </a:solidFill>
          <a:ln w="12700">
            <a:solidFill>
              <a:srgbClr val="E0EBF2"/>
            </a:solidFill>
            <a:prstDash val="solid"/>
          </a:ln>
          <a:effectLst>
            <a:outerShdw blurRad="127000" dist="38100" dir="5400000" algn="bl" rotWithShape="0">
              <a:srgbClr val="3A78B5">
                <a:alpha val="12000"/>
              </a:srgbClr>
            </a:outerShdw>
          </a:effectLst>
        </p:spPr>
      </p:sp>
      <p:sp>
        <p:nvSpPr>
          <p:cNvPr id="33" name="Circle 33"/>
          <p:cNvSpPr/>
          <p:nvPr/>
        </p:nvSpPr>
        <p:spPr>
          <a:xfrm>
            <a:off x="2103120" y="2240280"/>
            <a:ext cx="438912" cy="438912"/>
          </a:xfrm>
          <a:prstGeom prst="ellipse">
            <a:avLst/>
          </a:prstGeom>
          <a:solidFill>
            <a:srgbClr val="A4CDF2"/>
          </a:solidFill>
          <a:ln w="12700">
            <a:solidFill>
              <a:srgbClr val="A4CDF2"/>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A4CDF2"/>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D7EEFD"/>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3A78B5"/>
                </a:solidFill>
                <a:latin typeface="IBM Plex Sans Arabic"/>
                <a:cs typeface="IBM Plex Sans Arabic"/>
              </a:rPr>
              <a:t>أنهيت مهمتك؟ أكمل وحدك: </a:t>
            </a:r>
            <a:r>
              <a:rPr lang="ar-SA" altLang="en-US" sz="1200" dirty="0">
                <a:solidFill>
                  <a:srgbClr val="16365B"/>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Circle 13"/>
          <p:cNvSpPr/>
          <p:nvPr/>
        </p:nvSpPr>
        <p:spPr>
          <a:xfrm>
            <a:off x="8092440" y="2194560"/>
            <a:ext cx="475488" cy="475488"/>
          </a:xfrm>
          <a:prstGeom prst="ellipse">
            <a:avLst/>
          </a:prstGeom>
          <a:solidFill>
            <a:srgbClr val="3A78B5"/>
          </a:solidFill>
          <a:ln w="12700">
            <a:solidFill>
              <a:srgbClr val="3A78B5"/>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16365B"/>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7" name="Circle 17"/>
          <p:cNvSpPr/>
          <p:nvPr/>
        </p:nvSpPr>
        <p:spPr>
          <a:xfrm>
            <a:off x="8092440" y="2980944"/>
            <a:ext cx="475488" cy="475488"/>
          </a:xfrm>
          <a:prstGeom prst="ellipse">
            <a:avLst/>
          </a:prstGeom>
          <a:solidFill>
            <a:srgbClr val="3A78B5"/>
          </a:solidFill>
          <a:ln w="12700">
            <a:solidFill>
              <a:srgbClr val="3A78B5"/>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16365B"/>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21" name="Circle 21"/>
          <p:cNvSpPr/>
          <p:nvPr/>
        </p:nvSpPr>
        <p:spPr>
          <a:xfrm>
            <a:off x="8092440" y="3767328"/>
            <a:ext cx="475488" cy="475488"/>
          </a:xfrm>
          <a:prstGeom prst="ellipse">
            <a:avLst/>
          </a:prstGeom>
          <a:solidFill>
            <a:srgbClr val="3A78B5"/>
          </a:solidFill>
          <a:ln w="12700">
            <a:solidFill>
              <a:srgbClr val="3A78B5"/>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16365B"/>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25" name="Circle 25"/>
          <p:cNvSpPr/>
          <p:nvPr/>
        </p:nvSpPr>
        <p:spPr>
          <a:xfrm>
            <a:off x="1527048" y="2240280"/>
            <a:ext cx="502920" cy="502920"/>
          </a:xfrm>
          <a:prstGeom prst="ellipse">
            <a:avLst/>
          </a:prstGeom>
          <a:solidFill>
            <a:srgbClr val="A4CDF2"/>
          </a:solidFill>
          <a:ln w="12700">
            <a:solidFill>
              <a:srgbClr val="A4CDF2"/>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3A78B5"/>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758CA3"/>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A78B5"/>
          </a:solidFill>
          <a:ln w="12700">
            <a:solidFill>
              <a:srgbClr val="3A78B5"/>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4CDF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A78B5"/>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16365B"/>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16365B"/>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16365B"/>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16365B"/>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F1F9FE"/>
          </a:solidFill>
          <a:ln w="12700">
            <a:solidFill>
              <a:srgbClr val="D7EEFD"/>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3A78B5"/>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A78B5"/>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16365B"/>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3A78B5"/>
          </a:solidFill>
          <a:ln w="12700">
            <a:solidFill>
              <a:srgbClr val="3A78B5"/>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3A78B5"/>
          </a:solidFill>
          <a:ln w="12700">
            <a:solidFill>
              <a:srgbClr val="3A78B5"/>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3A78B5"/>
          </a:solidFill>
          <a:ln w="12700">
            <a:solidFill>
              <a:srgbClr val="3A78B5"/>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3A78B5"/>
          </a:solidFill>
          <a:ln w="12700">
            <a:solidFill>
              <a:srgbClr val="3A78B5"/>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3A78B5"/>
          </a:solidFill>
          <a:ln w="12700">
            <a:solidFill>
              <a:srgbClr val="3A78B5"/>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3A78B5"/>
          </a:solidFill>
          <a:ln w="12700">
            <a:solidFill>
              <a:srgbClr val="3A78B5"/>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F1F9FE"/>
          </a:solidFill>
          <a:ln w="12700">
            <a:solidFill>
              <a:srgbClr val="D7EEFD"/>
            </a:solidFill>
            <a:prstDash val="solid"/>
          </a:ln>
        </p:spPr>
        <p:txBody>
          <a:bodyPr wrap="square" lIns="0" tIns="0" rIns="0" bIns="0" rtlCol="1" anchor="ctr"/>
          <a:lstStyle/>
          <a:p>
            <a:pPr rtl="1" algn="ctr">
              <a:buNone/>
            </a:pPr>
            <a:r>
              <a:rPr lang="ar-SA" altLang="en-US" sz="2000" b="1" dirty="0">
                <a:solidFill>
                  <a:srgbClr val="B8C6D2"/>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758CA3"/>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E0EBF2"/>
            </a:solidFill>
            <a:prstDash val="solid"/>
          </a:ln>
        </p:spPr>
        <p:txBody>
          <a:bodyPr wrap="square" lIns="0" tIns="0" rIns="0" bIns="0" rtlCol="1" anchor="ctr"/>
          <a:lstStyle/>
          <a:p>
            <a:pPr rtl="1" algn="ctr">
              <a:buNone/>
            </a:pPr>
            <a:r>
              <a:rPr lang="ar-SA" altLang="en-US" sz="1000" b="1" dirty="0">
                <a:solidFill>
                  <a:srgbClr val="3A78B5"/>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4CDF2"/>
          </a:solidFill>
          <a:ln w="12700">
            <a:solidFill>
              <a:srgbClr val="A4CDF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D59"/>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6365B"/>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758CA3"/>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E0EBF2"/>
            </a:solidFill>
            <a:prstDash val="solid"/>
          </a:ln>
          <a:effectLst>
            <a:outerShdw blurRad="127000" dist="38100" dir="5400000" algn="bl" rotWithShape="0">
              <a:srgbClr val="3A78B5">
                <a:alpha val="12000"/>
              </a:srgbClr>
            </a:outerShdw>
          </a:effectLst>
        </p:spPr>
      </p:sp>
      <p:sp>
        <p:nvSpPr>
          <p:cNvPr id="8" name="Circle 8"/>
          <p:cNvSpPr/>
          <p:nvPr/>
        </p:nvSpPr>
        <p:spPr>
          <a:xfrm>
            <a:off x="8001000" y="2240280"/>
            <a:ext cx="502920" cy="502920"/>
          </a:xfrm>
          <a:prstGeom prst="ellipse">
            <a:avLst/>
          </a:prstGeom>
          <a:solidFill>
            <a:srgbClr val="A4CDF2"/>
          </a:solidFill>
          <a:ln w="12700">
            <a:solidFill>
              <a:srgbClr val="A4CDF2"/>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3A78B5"/>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3A78B5"/>
                </a:solidFill>
                <a:latin typeface="IBM Plex Sans Arabic"/>
                <a:cs typeface="IBM Plex Sans Arabic"/>
              </a:rPr>
              <a:t>المهمة:  </a:t>
            </a:r>
            <a:r>
              <a:rPr lang="ar-SA" altLang="en-US" sz="1300" dirty="0">
                <a:solidFill>
                  <a:srgbClr val="16365B"/>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3A78B5"/>
                </a:solidFill>
                <a:latin typeface="IBM Plex Sans Arabic"/>
                <a:cs typeface="IBM Plex Sans Arabic"/>
              </a:rPr>
              <a:t>المنصة:  </a:t>
            </a:r>
            <a:r>
              <a:rPr lang="ar-SA" altLang="en-US" sz="1300" dirty="0">
                <a:solidFill>
                  <a:srgbClr val="16365B"/>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3A78B5"/>
                </a:solidFill>
                <a:latin typeface="IBM Plex Sans Arabic"/>
                <a:cs typeface="IBM Plex Sans Arabic"/>
              </a:rPr>
              <a:t>التسليم:  </a:t>
            </a:r>
            <a:r>
              <a:rPr lang="ar-SA" altLang="en-US" sz="1300" dirty="0">
                <a:solidFill>
                  <a:srgbClr val="16365B"/>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3A78B5"/>
                </a:solidFill>
                <a:latin typeface="IBM Plex Sans Arabic"/>
                <a:cs typeface="IBM Plex Sans Arabic"/>
              </a:rPr>
              <a:t>التقييم:  </a:t>
            </a:r>
            <a:r>
              <a:rPr lang="ar-SA" altLang="en-US" sz="1300" dirty="0">
                <a:solidFill>
                  <a:srgbClr val="16365B"/>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16" name="Circle 16"/>
          <p:cNvSpPr/>
          <p:nvPr/>
        </p:nvSpPr>
        <p:spPr>
          <a:xfrm>
            <a:off x="2697480" y="2258568"/>
            <a:ext cx="457200" cy="457200"/>
          </a:xfrm>
          <a:prstGeom prst="ellipse">
            <a:avLst/>
          </a:prstGeom>
          <a:solidFill>
            <a:srgbClr val="A4CDF2"/>
          </a:solidFill>
          <a:ln w="12700">
            <a:solidFill>
              <a:srgbClr val="A4CDF2"/>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3A78B5"/>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F1F9FE"/>
          </a:solidFill>
          <a:ln w="12700">
            <a:solidFill>
              <a:srgbClr val="E0EBF2"/>
            </a:solidFill>
            <a:prstDash val="solid"/>
          </a:ln>
          <a:effectLst>
            <a:outerShdw blurRad="127000" dist="38100" dir="5400000" algn="bl" rotWithShape="0">
              <a:srgbClr val="3A78B5">
                <a:alpha val="12000"/>
              </a:srgbClr>
            </a:outerShdw>
          </a:effectLst>
        </p:spPr>
      </p:sp>
      <p:sp>
        <p:nvSpPr>
          <p:cNvPr id="21" name="Circle 21"/>
          <p:cNvSpPr/>
          <p:nvPr/>
        </p:nvSpPr>
        <p:spPr>
          <a:xfrm>
            <a:off x="2697480" y="3474720"/>
            <a:ext cx="457200" cy="457200"/>
          </a:xfrm>
          <a:prstGeom prst="ellipse">
            <a:avLst/>
          </a:prstGeom>
          <a:solidFill>
            <a:srgbClr val="A4CDF2"/>
          </a:solidFill>
          <a:ln w="12700">
            <a:solidFill>
              <a:srgbClr val="A4CDF2"/>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3A78B5"/>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758CA3"/>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A4CDF2"/>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C3CED6"/>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4CECAD"/>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