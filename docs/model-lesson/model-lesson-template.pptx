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a:p>
            <a:pPr rtl="1" algn="r"/>
            <a:r>
              <a:rPr lang="ar-SA" dirty="0"/>
              <a:t>بعد إكمال التعديل احفظ نسخة للعرض: File ← Save As ← Save as type ← PowerPoint Show (*.ppsx) (وفي الواجهة العربية «عرض PowerPoint»)، فتفتح مباشرة في وضع العرض وتعمل الأزرار من أول نقرة.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تظهر «انتهى الوقت» بجانبها مع جرس قصير.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لوحة التميز: ارسم جدولًا صغيرًا على طرف السبورة بأسماء الفرق، وأضف النجوم أثناء الحصة، ثم اكشفها في «لوحة التميز» في الخلاصة وأعلن الفائز. هذا يخدم بند «أساليب التحفيز» (الثناء والمكافأة والاحتفاء بالمنجزات).</a:t>
            </a:r>
          </a:p>
          <a:p>
            <a:pPr rtl="1" algn="r"/>
            <a:r>
              <a:rPr lang="ar-SA" dirty="0"/>
              <a:t>زر «★ لوحة التميز» يعرض اللوحة للطلاب الآن ليعرفوا كيف تُحسب النقاط، وزر «رجوع» فيها يعيدك إلى هنا.</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مع صوت قصير: أخضر «إجابة صحيحة» بنغمة صاعدة، أو أحمر «فكّر مجددًا» بنغمة هابطة.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انقر «★ لوحة التميز» (أو تقدّم شريحة واحدة) واملأ نجوم كل مجموعة، ثم أعلن الفريق الفائز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النجوم الفارغة لكل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بعد التعديل احفظ نسختين: الأصلية (pptx) للتعديل لاحقًا، ونسخة للعرض من: File ← Save As ← Save as type ← PowerPoint Show (*.ppsx) (وفي الواجهة العربية «عرض PowerPoint»). نسخة العرض تفتح مباشرة في وضع العرض. لا تحفظه PDF لأنه يُفقده التفاعل.</a:t>
            </a:r>
          </a:p>
          <a:p>
            <a:pPr rtl="1" algn="r"/>
            <a:r>
              <a:rPr lang="ar-SA" dirty="0"/>
              <a:t>جرّب كل عنصر مرة قبل الحصة في وضع «عرض الشرائح»، لا في وضع التحرير.</a:t>
            </a:r>
          </a:p>
          <a:p>
            <a:pPr rtl="1" algn="r"/>
            <a:r>
              <a:rPr lang="ar-SA" dirty="0"/>
              <a:t>الأصوات ثلاثة فقط وقصيرة: جرس عند انتهاء المؤقت، ونغمة صاعدة للإجابة الصحيحة، ونغمة هابطة للخاطئة. والانتقال بين الشرائح تلاشٍ هادئ بلا صوت.</a:t>
            </a:r>
          </a:p>
          <a:p>
            <a:pPr rtl="1" algn="r"/>
            <a:r>
              <a:rPr lang="ar-SA" dirty="0"/>
              <a:t>لإيقاف صوت: من «حركات» افتح «جزء الحركة»، وانقر سهم الحركة ← «خيارات التأثير» ← «الصوت: [بلا صوت]». أو اخفض صوت الحاسب.</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17.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S0" Type="http://schemas.openxmlformats.org/officeDocument/2006/relationships/audio" Target="../media/lesson-correct.wav"/><Relationship Id="rIdS1" Type="http://schemas.openxmlformats.org/officeDocument/2006/relationships/audio" Target="../media/lesson-wrong.wav"/><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L1" Type="http://schemas.openxmlformats.org/officeDocument/2006/relationships/slide" Target="slide5.xml"/><Relationship Id="rIdL2" Type="http://schemas.openxmlformats.org/officeDocument/2006/relationships/slide" Target="slide17.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2331720" y="4023360"/>
            <a:ext cx="58064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لوحة التميز: </a:t>
            </a:r>
            <a:r>
              <a:rPr lang="ar-SA" altLang="en-US" sz="1200" dirty="0">
                <a:solidFill>
                  <a:srgbClr val="1C3328"/>
                </a:solidFill>
                <a:latin typeface="IBM Plex Sans Arabic"/>
                <a:cs typeface="IBM Plex Sans Arabic"/>
              </a:rPr>
              <a:t>كل إجابة صحيحة أو تعاون مميز نجمةٌ لفريقك.</a:t>
            </a:r>
            <a:endParaRPr lang="ar-SA" sz="1200" dirty="0"/>
          </a:p>
        </p:txBody>
      </p:sp>
      <p:sp>
        <p:nvSpPr>
          <p:cNvPr id="35" name="زر ★ لوحة التميز 35">
            <a:hlinkClick r:id="rIdL1" action="ppaction://hlinksldjump"/>
          </p:cNvPr>
          <p:cNvSpPr/>
          <p:nvPr/>
        </p:nvSpPr>
        <p:spPr>
          <a:xfrm>
            <a:off x="896112" y="4105656"/>
            <a:ext cx="132588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Shape 12"/>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3" name="Image 13" descr="صورة"/>
          <p:cNvPicPr>
            <a:picLocks noChangeAspect="1"/>
          </p:cNvPicPr>
          <p:nvPr/>
        </p:nvPicPr>
        <p:blipFill>
          <a:blip r:embed="rId2"/>
          <a:stretch>
            <a:fillRect/>
          </a:stretch>
        </p:blipFill>
        <p:spPr>
          <a:xfrm>
            <a:off x="2103120" y="2103120"/>
            <a:ext cx="640080" cy="640080"/>
          </a:xfrm>
          <a:prstGeom prst="rect">
            <a:avLst/>
          </a:prstGeom>
        </p:spPr>
      </p:pic>
      <p:sp>
        <p:nvSpPr>
          <p:cNvPr id="14" name="Text 14"/>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5" name="Text 15"/>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6" name="Text 16"/>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7" name="Shape 17"/>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18" name="Text 18"/>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19" name="Shape 19"/>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3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83880" y="2231136"/>
            <a:ext cx="402336" cy="402336"/>
          </a:xfrm>
          <a:prstGeom prst="ellipse">
            <a:avLst/>
          </a:prstGeom>
          <a:solidFill>
            <a:srgbClr val="3E6350"/>
          </a:solidFill>
          <a:ln w="12700">
            <a:solidFill>
              <a:srgbClr val="3E6350"/>
            </a:solidFill>
            <a:prstDash val="solid"/>
          </a:ln>
        </p:spPr>
      </p:sp>
      <p:sp>
        <p:nvSpPr>
          <p:cNvPr id="14" name="Text 14"/>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5" name="Text 15"/>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6" name="Shape 16"/>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7" name="Text 17"/>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18" name="Card 18"/>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183880" y="3017520"/>
            <a:ext cx="402336" cy="402336"/>
          </a:xfrm>
          <a:prstGeom prst="ellipse">
            <a:avLst/>
          </a:prstGeom>
          <a:solidFill>
            <a:srgbClr val="3E6350"/>
          </a:solidFill>
          <a:ln w="12700">
            <a:solidFill>
              <a:srgbClr val="3E6350"/>
            </a:solidFill>
            <a:prstDash val="solid"/>
          </a:ln>
        </p:spPr>
      </p:sp>
      <p:sp>
        <p:nvSpPr>
          <p:cNvPr id="20" name="Text 20"/>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1" name="Text 21"/>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2" name="Shape 22"/>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3" name="Text 23"/>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4" name="Card 24"/>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183880" y="3803904"/>
            <a:ext cx="402336" cy="402336"/>
          </a:xfrm>
          <a:prstGeom prst="ellipse">
            <a:avLst/>
          </a:prstGeom>
          <a:solidFill>
            <a:srgbClr val="3E6350"/>
          </a:solidFill>
          <a:ln w="12700">
            <a:solidFill>
              <a:srgbClr val="3E6350"/>
            </a:solidFill>
            <a:prstDash val="solid"/>
          </a:ln>
        </p:spPr>
      </p:sp>
      <p:sp>
        <p:nvSpPr>
          <p:cNvPr id="26" name="Text 26"/>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7" name="Text 27"/>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28" name="Shape 28"/>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29" name="Text 29"/>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0" name="Card 30"/>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1" name="Circle 31"/>
          <p:cNvSpPr/>
          <p:nvPr/>
        </p:nvSpPr>
        <p:spPr>
          <a:xfrm>
            <a:off x="1572768" y="2240280"/>
            <a:ext cx="502920" cy="502920"/>
          </a:xfrm>
          <a:prstGeom prst="ellipse">
            <a:avLst/>
          </a:prstGeom>
          <a:solidFill>
            <a:srgbClr val="89D7AD"/>
          </a:solidFill>
          <a:ln w="12700">
            <a:solidFill>
              <a:srgbClr val="89D7AD"/>
            </a:solidFill>
            <a:prstDash val="solid"/>
          </a:ln>
        </p:spPr>
      </p:sp>
      <p:pic>
        <p:nvPicPr>
          <p:cNvPr id="32" name="Image 32" descr="Target"/>
          <p:cNvPicPr>
            <a:picLocks noChangeAspect="1"/>
          </p:cNvPicPr>
          <p:nvPr/>
        </p:nvPicPr>
        <p:blipFill>
          <a:blip r:embed="rId2"/>
          <a:stretch>
            <a:fillRect/>
          </a:stretch>
        </p:blipFill>
        <p:spPr>
          <a:xfrm>
            <a:off x="1681650" y="2349162"/>
            <a:ext cx="285156" cy="285156"/>
          </a:xfrm>
          <a:prstGeom prst="rect">
            <a:avLst/>
          </a:prstGeom>
        </p:spPr>
      </p:pic>
      <p:sp>
        <p:nvSpPr>
          <p:cNvPr id="33" name="Text 33"/>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4" name="Text 34"/>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180000"/>
                                        <p:tgtEl>
                                          <p:spTgt spid="6"/>
                                        </p:tgtEl>
                                      </p:cBhvr>
                                    </p:animEffect>
                                    <p:set>
                                      <p:cBhvr>
                                        <p:cTn id="7" dur="1" fill="hold">
                                          <p:stCondLst>
                                            <p:cond delay="179999"/>
                                          </p:stCondLst>
                                        </p:cTn>
                                        <p:tgtEl>
                                          <p:spTgt spid="6"/>
                                        </p:tgtEl>
                                        <p:attrNameLst>
                                          <p:attrName>style.visibility</p:attrName>
                                        </p:attrNameLst>
                                      </p:cBhvr>
                                      <p:to>
                                        <p:strVal val="hidden"/>
                                      </p:to>
                                    </p:set>
                                  </p:childTnLst>
                                </p:cTn>
                              </p:par>
                            </p:childTnLst>
                          </p:cTn>
                        </p:par>
                        <p:par>
                          <p:cTn id="8" fill="hold">
                            <p:stCondLst>
                              <p:cond delay="1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10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4" name="Text 14"/>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5" name="Card 15"/>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Text 16"/>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7" name="Circle 17"/>
          <p:cNvSpPr/>
          <p:nvPr/>
        </p:nvSpPr>
        <p:spPr>
          <a:xfrm>
            <a:off x="3886200" y="2743200"/>
            <a:ext cx="365760" cy="365760"/>
          </a:xfrm>
          <a:prstGeom prst="ellipse">
            <a:avLst/>
          </a:prstGeom>
          <a:solidFill>
            <a:srgbClr val="89D7AD"/>
          </a:solidFill>
          <a:ln w="12700">
            <a:solidFill>
              <a:srgbClr val="89D7AD"/>
            </a:solidFill>
            <a:prstDash val="solid"/>
          </a:ln>
        </p:spPr>
      </p:sp>
      <p:sp>
        <p:nvSpPr>
          <p:cNvPr id="18" name="Text 18"/>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19" name="Text 19"/>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0" name="Circle 20"/>
          <p:cNvSpPr/>
          <p:nvPr/>
        </p:nvSpPr>
        <p:spPr>
          <a:xfrm>
            <a:off x="3886200" y="3291840"/>
            <a:ext cx="365760" cy="365760"/>
          </a:xfrm>
          <a:prstGeom prst="ellipse">
            <a:avLst/>
          </a:prstGeom>
          <a:solidFill>
            <a:srgbClr val="89D7AD"/>
          </a:solidFill>
          <a:ln w="12700">
            <a:solidFill>
              <a:srgbClr val="89D7AD"/>
            </a:solidFill>
            <a:prstDash val="solid"/>
          </a:ln>
        </p:spPr>
      </p:sp>
      <p:sp>
        <p:nvSpPr>
          <p:cNvPr id="21" name="Text 21"/>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2" name="Text 22"/>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3" name="Circle 23"/>
          <p:cNvSpPr/>
          <p:nvPr/>
        </p:nvSpPr>
        <p:spPr>
          <a:xfrm>
            <a:off x="3886200" y="3840480"/>
            <a:ext cx="365760" cy="365760"/>
          </a:xfrm>
          <a:prstGeom prst="ellipse">
            <a:avLst/>
          </a:prstGeom>
          <a:solidFill>
            <a:srgbClr val="89D7AD"/>
          </a:solidFill>
          <a:ln w="12700">
            <a:solidFill>
              <a:srgbClr val="89D7AD"/>
            </a:solidFill>
            <a:prstDash val="solid"/>
          </a:ln>
        </p:spPr>
      </p:sp>
      <p:sp>
        <p:nvSpPr>
          <p:cNvPr id="24" name="Text 24"/>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5" name="Text 25"/>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6" restart="whenNotActive" fill="hold" evtFilter="cancelBubble" nodeType="interactiveSeq">
                <p:stCondLst>
                  <p:cond evt="onClick" delay="0">
                    <p:tgtEl>
                      <p:spTgt spid="4"/>
                    </p:tgtEl>
                  </p:cond>
                </p:stCondLst>
                <p:endSync evt="end" delay="0">
                  <p:rtn val="all"/>
                </p:endSync>
                <p:childTnLst>
                  <p:par>
                    <p:cTn id="37" fill="hold">
                      <p:stCondLst>
                        <p:cond delay="0"/>
                      </p:stCondLst>
                      <p:childTnLst>
                        <p:par>
                          <p:cTn id="38" fill="hold">
                            <p:stCondLst>
                              <p:cond delay="0"/>
                            </p:stCondLst>
                            <p:childTnLst>
                              <p:par>
                                <p:cTn id="39" presetID="22" presetClass="exit" presetSubtype="8" fill="hold" grpId="0" nodeType="clickEffect">
                                  <p:stCondLst>
                                    <p:cond delay="0"/>
                                  </p:stCondLst>
                                  <p:childTnLst>
                                    <p:animEffect transition="out" filter="wipe(left)">
                                      <p:cBhvr>
                                        <p:cTn id="40" dur="600000"/>
                                        <p:tgtEl>
                                          <p:spTgt spid="6"/>
                                        </p:tgtEl>
                                      </p:cBhvr>
                                    </p:animEffect>
                                    <p:set>
                                      <p:cBhvr>
                                        <p:cTn id="41" dur="1" fill="hold">
                                          <p:stCondLst>
                                            <p:cond delay="599999"/>
                                          </p:stCondLst>
                                        </p:cTn>
                                        <p:tgtEl>
                                          <p:spTgt spid="6"/>
                                        </p:tgtEl>
                                        <p:attrNameLst>
                                          <p:attrName>style.visibility</p:attrName>
                                        </p:attrNameLst>
                                      </p:cBhvr>
                                      <p:to>
                                        <p:strVal val="hidden"/>
                                      </p:to>
                                    </p:set>
                                  </p:childTnLst>
                                </p:cTn>
                              </p:par>
                            </p:childTnLst>
                          </p:cTn>
                        </p:par>
                        <p:par>
                          <p:cTn id="42" fill="hold">
                            <p:stCondLst>
                              <p:cond delay="600000"/>
                            </p:stCondLst>
                            <p:childTnLst>
                              <p:par>
                                <p:cTn id="43" presetID="10" presetClass="entr" presetSubtype="0"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subTnLst>
                                    <p:audio>
                                      <p:cMediaNode showWhenStopped="0">
                                        <p:cTn id="46" display="0" masterRel="sameClick">
                                          <p:stCondLst>
                                            <p:cond delay="0"/>
                                          </p:stCondLst>
                                          <p:endCondLst>
                                            <p:cond evt="onNext" delay="0">
                                              <p:tgtEl>
                                                <p:sldTgt/>
                                              </p:tgtEl>
                                            </p:cond>
                                          </p:endCondLst>
                                        </p:cTn>
                                        <p:tgtEl>
                                          <p:sndTgt r:embed="rIdS0" name="timeup.wav"/>
                                        </p:tgtEl>
                                      </p:cMediaNode>
                                    </p:audio>
                                  </p:subTnLst>
                                </p:cTn>
                              </p:par>
                              <p:par>
                                <p:cTn id="47" presetID="10"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زر الخيار أ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الأول</a:t>
            </a:r>
          </a:p>
        </p:txBody>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إطار التغذية الراجعة 11"/>
          <p:cNvSpPr/>
          <p:nvPr/>
        </p:nvSpPr>
        <p:spPr>
          <a:xfrm>
            <a:off x="4663440" y="2697480"/>
            <a:ext cx="4023360" cy="713232"/>
          </a:xfrm>
          <a:prstGeom prst="roundRect">
            <a:avLst>
              <a:gd name="adj" fmla="val 12000"/>
            </a:avLst>
          </a:prstGeom>
          <a:noFill/>
          <a:ln w="38100">
            <a:solidFill>
              <a:srgbClr val="3E6350"/>
            </a:solidFill>
            <a:prstDash val="solid"/>
          </a:ln>
        </p:spPr>
      </p:sp>
      <p:sp>
        <p:nvSpPr>
          <p:cNvPr id="12" name="شارة التغذية الراجعة 12"/>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3" name="Text 13"/>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4" name="زر الخيار ب 14"/>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الثاني</a:t>
            </a:r>
          </a:p>
        </p:txBody>
      </p:sp>
      <p:sp>
        <p:nvSpPr>
          <p:cNvPr id="15" name="Circle 15"/>
          <p:cNvSpPr/>
          <p:nvPr/>
        </p:nvSpPr>
        <p:spPr>
          <a:xfrm>
            <a:off x="3886200" y="2825496"/>
            <a:ext cx="457200" cy="457200"/>
          </a:xfrm>
          <a:prstGeom prst="ellipse">
            <a:avLst/>
          </a:prstGeom>
          <a:solidFill>
            <a:srgbClr val="89D7AD"/>
          </a:solidFill>
          <a:ln w="12700">
            <a:solidFill>
              <a:srgbClr val="89D7AD"/>
            </a:solidFill>
            <a:prstDash val="solid"/>
          </a:ln>
        </p:spPr>
      </p:sp>
      <p:sp>
        <p:nvSpPr>
          <p:cNvPr id="16" name="Text 16"/>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7" name="إطار التغذية الراجعة 17"/>
          <p:cNvSpPr/>
          <p:nvPr/>
        </p:nvSpPr>
        <p:spPr>
          <a:xfrm>
            <a:off x="457200" y="2697480"/>
            <a:ext cx="4023360" cy="713232"/>
          </a:xfrm>
          <a:prstGeom prst="roundRect">
            <a:avLst>
              <a:gd name="adj" fmla="val 12000"/>
            </a:avLst>
          </a:prstGeom>
          <a:noFill/>
          <a:ln w="38100">
            <a:solidFill>
              <a:srgbClr val="A23B3B"/>
            </a:solidFill>
            <a:prstDash val="solid"/>
          </a:ln>
        </p:spPr>
      </p:sp>
      <p:sp>
        <p:nvSpPr>
          <p:cNvPr id="18" name="شارة التغذية الراجعة 18"/>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19" name="Text 19"/>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0" name="زر الخيار ج 20"/>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الثالث</a:t>
            </a:r>
          </a:p>
        </p:txBody>
      </p:sp>
      <p:sp>
        <p:nvSpPr>
          <p:cNvPr id="21" name="Circle 21"/>
          <p:cNvSpPr/>
          <p:nvPr/>
        </p:nvSpPr>
        <p:spPr>
          <a:xfrm>
            <a:off x="8092440" y="3694176"/>
            <a:ext cx="457200" cy="457200"/>
          </a:xfrm>
          <a:prstGeom prst="ellipse">
            <a:avLst/>
          </a:prstGeom>
          <a:solidFill>
            <a:srgbClr val="89D7AD"/>
          </a:solidFill>
          <a:ln w="12700">
            <a:solidFill>
              <a:srgbClr val="89D7AD"/>
            </a:solidFill>
            <a:prstDash val="solid"/>
          </a:ln>
        </p:spPr>
      </p:sp>
      <p:sp>
        <p:nvSpPr>
          <p:cNvPr id="22" name="Text 22"/>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3" name="إطار التغذية الراجعة 23"/>
          <p:cNvSpPr/>
          <p:nvPr/>
        </p:nvSpPr>
        <p:spPr>
          <a:xfrm>
            <a:off x="4663440" y="3566160"/>
            <a:ext cx="4023360" cy="713232"/>
          </a:xfrm>
          <a:prstGeom prst="roundRect">
            <a:avLst>
              <a:gd name="adj" fmla="val 12000"/>
            </a:avLst>
          </a:prstGeom>
          <a:noFill/>
          <a:ln w="38100">
            <a:solidFill>
              <a:srgbClr val="A23B3B"/>
            </a:solidFill>
            <a:prstDash val="solid"/>
          </a:ln>
        </p:spPr>
      </p:sp>
      <p:sp>
        <p:nvSpPr>
          <p:cNvPr id="24" name="شارة التغذية الراجعة 24"/>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25" name="Text 25"/>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6" name="زر الخيار د 26"/>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الرابع</a:t>
            </a:r>
          </a:p>
        </p:txBody>
      </p:sp>
      <p:sp>
        <p:nvSpPr>
          <p:cNvPr id="27" name="Circle 27"/>
          <p:cNvSpPr/>
          <p:nvPr/>
        </p:nvSpPr>
        <p:spPr>
          <a:xfrm>
            <a:off x="3886200" y="3694176"/>
            <a:ext cx="457200" cy="457200"/>
          </a:xfrm>
          <a:prstGeom prst="ellipse">
            <a:avLst/>
          </a:prstGeom>
          <a:solidFill>
            <a:srgbClr val="89D7AD"/>
          </a:solidFill>
          <a:ln w="12700">
            <a:solidFill>
              <a:srgbClr val="89D7AD"/>
            </a:solidFill>
            <a:prstDash val="solid"/>
          </a:ln>
        </p:spPr>
      </p:sp>
      <p:sp>
        <p:nvSpPr>
          <p:cNvPr id="28" name="Text 28"/>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29" name="إطار التغذية الراجعة 29"/>
          <p:cNvSpPr/>
          <p:nvPr/>
        </p:nvSpPr>
        <p:spPr>
          <a:xfrm>
            <a:off x="457200" y="3566160"/>
            <a:ext cx="4023360" cy="713232"/>
          </a:xfrm>
          <a:prstGeom prst="roundRect">
            <a:avLst>
              <a:gd name="adj" fmla="val 12000"/>
            </a:avLst>
          </a:prstGeom>
          <a:noFill/>
          <a:ln w="38100">
            <a:solidFill>
              <a:srgbClr val="A23B3B"/>
            </a:solidFill>
            <a:prstDash val="solid"/>
          </a:ln>
        </p:spPr>
      </p:sp>
      <p:sp>
        <p:nvSpPr>
          <p:cNvPr id="30" name="شارة التغذية الراجعة 30"/>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1" name="Text 31"/>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2" name="Text 32"/>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8"/>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subTnLst>
                                    <p:audio>
                                      <p:cMediaNode showWhenStopped="0">
                                        <p:cTn id="8" display="0" masterRel="sameClick">
                                          <p:stCondLst>
                                            <p:cond delay="0"/>
                                          </p:stCondLst>
                                          <p:endCondLst>
                                            <p:cond evt="onNext" delay="0">
                                              <p:tgtEl>
                                                <p:sldTgt/>
                                              </p:tgtEl>
                                            </p:cond>
                                          </p:endCondLst>
                                        </p:cTn>
                                        <p:tgtEl>
                                          <p:sndTgt r:embed="rIdS0" name="correct.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00"/>
                                        <p:tgtEl>
                                          <p:spTgt spid="1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00"/>
                                        <p:tgtEl>
                                          <p:spTgt spid="13"/>
                                        </p:tgtEl>
                                      </p:cBhvr>
                                    </p:animEffect>
                                  </p:childTnLst>
                                </p:cTn>
                              </p:par>
                            </p:childTnLst>
                          </p:cTn>
                        </p:par>
                      </p:childTnLst>
                    </p:cTn>
                  </p:par>
                </p:childTnLst>
              </p:cTn>
              <p:nextCondLst>
                <p:cond evt="onNext" delay="0">
                  <p:tgtEl>
                    <p:sldTgt/>
                  </p:tgtEl>
                </p:cond>
              </p:nextCondLst>
            </p:seq>
            <p:seq concurrent="1" nextAc="seek">
              <p:cTn id="15" restart="whenNotActive" fill="hold" evtFilter="cancelBubble" nodeType="interactiveSeq">
                <p:stCondLst>
                  <p:cond evt="onClick" delay="0">
                    <p:tgtEl>
                      <p:spTgt spid="14"/>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00"/>
                                        <p:tgtEl>
                                          <p:spTgt spid="17"/>
                                        </p:tgtEl>
                                      </p:cBhvr>
                                    </p:animEffect>
                                  </p:childTnLst>
                                  <p:subTnLst>
                                    <p:audio>
                                      <p:cMediaNode showWhenStopped="0">
                                        <p:cTn id="21" display="0" masterRel="sameClick">
                                          <p:stCondLst>
                                            <p:cond delay="0"/>
                                          </p:stCondLst>
                                          <p:endCondLst>
                                            <p:cond evt="onNext" delay="0">
                                              <p:tgtEl>
                                                <p:sldTgt/>
                                              </p:tgtEl>
                                            </p:cond>
                                          </p:endCondLst>
                                        </p:cTn>
                                        <p:tgtEl>
                                          <p:sndTgt r:embed="rIdS1" name="wrong.wav"/>
                                        </p:tgtEl>
                                      </p:cMediaNode>
                                    </p:audio>
                                  </p:sub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00"/>
                                        <p:tgtEl>
                                          <p:spTgt spid="1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00"/>
                                        <p:tgtEl>
                                          <p:spTgt spid="19"/>
                                        </p:tgtEl>
                                      </p:cBhvr>
                                    </p:animEffect>
                                  </p:childTnLst>
                                </p:cTn>
                              </p:par>
                            </p:childTnLst>
                          </p:cTn>
                        </p:par>
                      </p:childTnLst>
                    </p:cTn>
                  </p:par>
                </p:childTnLst>
              </p:cTn>
              <p:nextCondLst>
                <p:cond evt="onNext" delay="0">
                  <p:tgtEl>
                    <p:sldTgt/>
                  </p:tgtEl>
                </p:cond>
              </p:nextCondLst>
            </p:seq>
            <p:seq concurrent="1" nextAc="seek">
              <p:cTn id="28" restart="whenNotActive" fill="hold" evtFilter="cancelBubble" nodeType="interactiveSeq">
                <p:stCondLst>
                  <p:cond evt="onClick" delay="0">
                    <p:tgtEl>
                      <p:spTgt spid="20"/>
                    </p:tgtEl>
                  </p:cond>
                </p:stCondLst>
                <p:endSync evt="end" delay="0">
                  <p:rtn val="all"/>
                </p:endSync>
                <p:childTnLst>
                  <p:par>
                    <p:cTn id="29" fill="hold">
                      <p:stCondLst>
                        <p:cond delay="0"/>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childTnLst>
                                  <p:subTnLst>
                                    <p:audio>
                                      <p:cMediaNode showWhenStopped="0">
                                        <p:cTn id="34" display="0" masterRel="sameClick">
                                          <p:stCondLst>
                                            <p:cond delay="0"/>
                                          </p:stCondLst>
                                          <p:endCondLst>
                                            <p:cond evt="onNext" delay="0">
                                              <p:tgtEl>
                                                <p:sldTgt/>
                                              </p:tgtEl>
                                            </p:cond>
                                          </p:endCondLst>
                                        </p:cTn>
                                        <p:tgtEl>
                                          <p:sndTgt r:embed="rIdS1" name="wrong.wav"/>
                                        </p:tgtEl>
                                      </p:cMediaNode>
                                    </p:audio>
                                  </p:sub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300"/>
                                        <p:tgtEl>
                                          <p:spTgt spid="25"/>
                                        </p:tgtEl>
                                      </p:cBhvr>
                                    </p:animEffect>
                                  </p:childTnLst>
                                </p:cTn>
                              </p:par>
                            </p:childTnLst>
                          </p:cTn>
                        </p:par>
                      </p:childTnLst>
                    </p:cTn>
                  </p:par>
                </p:childTnLst>
              </p:cTn>
              <p:nextCondLst>
                <p:cond evt="onNext" delay="0">
                  <p:tgtEl>
                    <p:sldTgt/>
                  </p:tgtEl>
                </p:cond>
              </p:nextCondLst>
            </p:seq>
            <p:seq concurrent="1" nextAc="seek">
              <p:cTn id="41" restart="whenNotActive" fill="hold" evtFilter="cancelBubble" nodeType="interactiveSeq">
                <p:stCondLst>
                  <p:cond evt="onClick" delay="0">
                    <p:tgtEl>
                      <p:spTgt spid="26"/>
                    </p:tgtEl>
                  </p:cond>
                </p:stCondLst>
                <p:endSync evt="end" delay="0">
                  <p:rtn val="all"/>
                </p:endSync>
                <p:childTnLst>
                  <p:par>
                    <p:cTn id="42" fill="hold">
                      <p:stCondLst>
                        <p:cond delay="0"/>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300"/>
                                        <p:tgtEl>
                                          <p:spTgt spid="29"/>
                                        </p:tgtEl>
                                      </p:cBhvr>
                                    </p:animEffect>
                                  </p:childTnLst>
                                  <p:subTnLst>
                                    <p:audio>
                                      <p:cMediaNode showWhenStopped="0">
                                        <p:cTn id="47" display="0" masterRel="sameClick">
                                          <p:stCondLst>
                                            <p:cond delay="0"/>
                                          </p:stCondLst>
                                          <p:endCondLst>
                                            <p:cond evt="onNext" delay="0">
                                              <p:tgtEl>
                                                <p:sldTgt/>
                                              </p:tgtEl>
                                            </p:cond>
                                          </p:endCondLst>
                                        </p:cTn>
                                        <p:tgtEl>
                                          <p:sndTgt r:embed="rIdS1" name="wrong.wav"/>
                                        </p:tgtEl>
                                      </p:cMediaNode>
                                    </p:audio>
                                  </p:subTnLst>
                                </p:cTn>
                              </p:par>
                              <p:par>
                                <p:cTn id="48" presetID="10" presetClass="entr" presetSubtype="0" fill="hold" grpId="0"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childTnLst>
                          </p:cTn>
                        </p:par>
                      </p:childTnLst>
                    </p:cTn>
                  </p:par>
                </p:childTnLst>
              </p:cTn>
              <p:nextCondLst>
                <p:cond evt="onNext" delay="0">
                  <p:tgtEl>
                    <p:sldTgt/>
                  </p:tgtEl>
                </p:cond>
              </p:nextCondLst>
            </p:seq>
          </p:childTnLst>
        </p:cTn>
      </p:par>
    </p:tnLst>
    <p:bldLst>
      <p:bldP spid="11" grpId="0" animBg="1"/>
      <p:bldP spid="12" grpId="0" animBg="1"/>
      <p:bldP spid="13" grpId="0" animBg="1"/>
      <p:bldP spid="17" grpId="0" animBg="1"/>
      <p:bldP spid="18" grpId="0" animBg="1"/>
      <p:bldP spid="19" grpId="0" animBg="1"/>
      <p:bldP spid="23" grpId="0" animBg="1"/>
      <p:bldP spid="24" grpId="0" animBg="1"/>
      <p:bldP spid="25"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12 دقيقة</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01000" y="2240280"/>
            <a:ext cx="502920" cy="502920"/>
          </a:xfrm>
          <a:prstGeom prst="ellipse">
            <a:avLst/>
          </a:prstGeom>
          <a:solidFill>
            <a:srgbClr val="89D7AD"/>
          </a:solidFill>
          <a:ln w="12700">
            <a:solidFill>
              <a:srgbClr val="89D7AD"/>
            </a:solidFill>
            <a:prstDash val="solid"/>
          </a:ln>
        </p:spPr>
      </p:sp>
      <p:pic>
        <p:nvPicPr>
          <p:cNvPr id="14" name="Image 14" descr="Users"/>
          <p:cNvPicPr>
            <a:picLocks noChangeAspect="1"/>
          </p:cNvPicPr>
          <p:nvPr/>
        </p:nvPicPr>
        <p:blipFill>
          <a:blip r:embed="rId2"/>
          <a:stretch>
            <a:fillRect/>
          </a:stretch>
        </p:blipFill>
        <p:spPr>
          <a:xfrm>
            <a:off x="8109882" y="2349162"/>
            <a:ext cx="285156" cy="285156"/>
          </a:xfrm>
          <a:prstGeom prst="rect">
            <a:avLst/>
          </a:prstGeom>
        </p:spPr>
      </p:pic>
      <p:sp>
        <p:nvSpPr>
          <p:cNvPr id="15" name="Text 15"/>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6" name="Text 16"/>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7" name="Shape 17"/>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18" name="Image 18" descr="قراءة"/>
          <p:cNvPicPr>
            <a:picLocks noChangeAspect="1"/>
          </p:cNvPicPr>
          <p:nvPr/>
        </p:nvPicPr>
        <p:blipFill>
          <a:blip r:embed="rId3"/>
          <a:stretch>
            <a:fillRect/>
          </a:stretch>
        </p:blipFill>
        <p:spPr>
          <a:xfrm>
            <a:off x="8165592" y="4023360"/>
            <a:ext cx="182880" cy="182880"/>
          </a:xfrm>
          <a:prstGeom prst="rect">
            <a:avLst/>
          </a:prstGeom>
        </p:spPr>
      </p:pic>
      <p:sp>
        <p:nvSpPr>
          <p:cNvPr id="19" name="Text 19"/>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0" name="Shape 20"/>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1" name="Image 21" descr="حساب"/>
          <p:cNvPicPr>
            <a:picLocks noChangeAspect="1"/>
          </p:cNvPicPr>
          <p:nvPr/>
        </p:nvPicPr>
        <p:blipFill>
          <a:blip r:embed="rId4"/>
          <a:stretch>
            <a:fillRect/>
          </a:stretch>
        </p:blipFill>
        <p:spPr>
          <a:xfrm>
            <a:off x="7068312" y="4023360"/>
            <a:ext cx="182880" cy="182880"/>
          </a:xfrm>
          <a:prstGeom prst="rect">
            <a:avLst/>
          </a:prstGeom>
        </p:spPr>
      </p:pic>
      <p:sp>
        <p:nvSpPr>
          <p:cNvPr id="22" name="Text 22"/>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3" name="Shape 23"/>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4" name="Image 24" descr="كتابة"/>
          <p:cNvPicPr>
            <a:picLocks noChangeAspect="1"/>
          </p:cNvPicPr>
          <p:nvPr/>
        </p:nvPicPr>
        <p:blipFill>
          <a:blip r:embed="rId5"/>
          <a:stretch>
            <a:fillRect/>
          </a:stretch>
        </p:blipFill>
        <p:spPr>
          <a:xfrm>
            <a:off x="5971032" y="4023360"/>
            <a:ext cx="182880" cy="182880"/>
          </a:xfrm>
          <a:prstGeom prst="rect">
            <a:avLst/>
          </a:prstGeom>
        </p:spPr>
      </p:pic>
      <p:sp>
        <p:nvSpPr>
          <p:cNvPr id="25" name="Text 25"/>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6" name="Card 26"/>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2450592" y="2194560"/>
            <a:ext cx="438912" cy="438912"/>
          </a:xfrm>
          <a:prstGeom prst="ellipse">
            <a:avLst/>
          </a:prstGeom>
          <a:solidFill>
            <a:srgbClr val="89D7AD"/>
          </a:solidFill>
          <a:ln w="12700">
            <a:solidFill>
              <a:srgbClr val="89D7AD"/>
            </a:solidFill>
            <a:prstDash val="solid"/>
          </a:ln>
        </p:spPr>
      </p:sp>
      <p:pic>
        <p:nvPicPr>
          <p:cNvPr id="28" name="Image 28" descr="Crown"/>
          <p:cNvPicPr>
            <a:picLocks noChangeAspect="1"/>
          </p:cNvPicPr>
          <p:nvPr/>
        </p:nvPicPr>
        <p:blipFill>
          <a:blip r:embed="rId6"/>
          <a:stretch>
            <a:fillRect/>
          </a:stretch>
        </p:blipFill>
        <p:spPr>
          <a:xfrm>
            <a:off x="2545616" y="2289584"/>
            <a:ext cx="248863" cy="248863"/>
          </a:xfrm>
          <a:prstGeom prst="rect">
            <a:avLst/>
          </a:prstGeom>
        </p:spPr>
      </p:pic>
      <p:sp>
        <p:nvSpPr>
          <p:cNvPr id="29" name="Text 29"/>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0" name="Text 30"/>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1" name="Card 31"/>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2" name="Circle 32"/>
          <p:cNvSpPr/>
          <p:nvPr/>
        </p:nvSpPr>
        <p:spPr>
          <a:xfrm>
            <a:off x="941832" y="2194560"/>
            <a:ext cx="438912" cy="438912"/>
          </a:xfrm>
          <a:prstGeom prst="ellipse">
            <a:avLst/>
          </a:prstGeom>
          <a:solidFill>
            <a:srgbClr val="89D7AD"/>
          </a:solidFill>
          <a:ln w="12700">
            <a:solidFill>
              <a:srgbClr val="89D7AD"/>
            </a:solidFill>
            <a:prstDash val="solid"/>
          </a:ln>
        </p:spPr>
      </p:sp>
      <p:pic>
        <p:nvPicPr>
          <p:cNvPr id="33" name="Image 33" descr="Pencil"/>
          <p:cNvPicPr>
            <a:picLocks noChangeAspect="1"/>
          </p:cNvPicPr>
          <p:nvPr/>
        </p:nvPicPr>
        <p:blipFill>
          <a:blip r:embed="rId7"/>
          <a:stretch>
            <a:fillRect/>
          </a:stretch>
        </p:blipFill>
        <p:spPr>
          <a:xfrm>
            <a:off x="1036856" y="2289584"/>
            <a:ext cx="248863" cy="248863"/>
          </a:xfrm>
          <a:prstGeom prst="rect">
            <a:avLst/>
          </a:prstGeom>
        </p:spPr>
      </p:pic>
      <p:sp>
        <p:nvSpPr>
          <p:cNvPr id="34" name="Text 34"/>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5" name="Text 35"/>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6" name="Card 36"/>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7" name="Circle 37"/>
          <p:cNvSpPr/>
          <p:nvPr/>
        </p:nvSpPr>
        <p:spPr>
          <a:xfrm>
            <a:off x="2450592" y="3429000"/>
            <a:ext cx="438912" cy="438912"/>
          </a:xfrm>
          <a:prstGeom prst="ellipse">
            <a:avLst/>
          </a:prstGeom>
          <a:solidFill>
            <a:srgbClr val="89D7AD"/>
          </a:solidFill>
          <a:ln w="12700">
            <a:solidFill>
              <a:srgbClr val="89D7AD"/>
            </a:solidFill>
            <a:prstDash val="solid"/>
          </a:ln>
        </p:spPr>
      </p:sp>
      <p:pic>
        <p:nvPicPr>
          <p:cNvPr id="38" name="Image 38" descr="Timer"/>
          <p:cNvPicPr>
            <a:picLocks noChangeAspect="1"/>
          </p:cNvPicPr>
          <p:nvPr/>
        </p:nvPicPr>
        <p:blipFill>
          <a:blip r:embed="rId8"/>
          <a:stretch>
            <a:fillRect/>
          </a:stretch>
        </p:blipFill>
        <p:spPr>
          <a:xfrm>
            <a:off x="2545616" y="3524024"/>
            <a:ext cx="248863" cy="248863"/>
          </a:xfrm>
          <a:prstGeom prst="rect">
            <a:avLst/>
          </a:prstGeom>
        </p:spPr>
      </p:pic>
      <p:sp>
        <p:nvSpPr>
          <p:cNvPr id="39" name="Text 39"/>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0" name="Text 40"/>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1" name="Card 41"/>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2" name="Circle 42"/>
          <p:cNvSpPr/>
          <p:nvPr/>
        </p:nvSpPr>
        <p:spPr>
          <a:xfrm>
            <a:off x="941832" y="3429000"/>
            <a:ext cx="438912" cy="438912"/>
          </a:xfrm>
          <a:prstGeom prst="ellipse">
            <a:avLst/>
          </a:prstGeom>
          <a:solidFill>
            <a:srgbClr val="89D7AD"/>
          </a:solidFill>
          <a:ln w="12700">
            <a:solidFill>
              <a:srgbClr val="89D7AD"/>
            </a:solidFill>
            <a:prstDash val="solid"/>
          </a:ln>
        </p:spPr>
      </p:sp>
      <p:pic>
        <p:nvPicPr>
          <p:cNvPr id="43" name="Image 43" descr="Mic"/>
          <p:cNvPicPr>
            <a:picLocks noChangeAspect="1"/>
          </p:cNvPicPr>
          <p:nvPr/>
        </p:nvPicPr>
        <p:blipFill>
          <a:blip r:embed="rId9"/>
          <a:stretch>
            <a:fillRect/>
          </a:stretch>
        </p:blipFill>
        <p:spPr>
          <a:xfrm>
            <a:off x="1036856" y="3524024"/>
            <a:ext cx="248863" cy="248863"/>
          </a:xfrm>
          <a:prstGeom prst="rect">
            <a:avLst/>
          </a:prstGeom>
        </p:spPr>
      </p:pic>
      <p:sp>
        <p:nvSpPr>
          <p:cNvPr id="44" name="Text 44"/>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5" name="Text 45"/>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720000"/>
                                        <p:tgtEl>
                                          <p:spTgt spid="6"/>
                                        </p:tgtEl>
                                      </p:cBhvr>
                                    </p:animEffect>
                                    <p:set>
                                      <p:cBhvr>
                                        <p:cTn id="7" dur="1" fill="hold">
                                          <p:stCondLst>
                                            <p:cond delay="719999"/>
                                          </p:stCondLst>
                                        </p:cTn>
                                        <p:tgtEl>
                                          <p:spTgt spid="6"/>
                                        </p:tgtEl>
                                        <p:attrNameLst>
                                          <p:attrName>style.visibility</p:attrName>
                                        </p:attrNameLst>
                                      </p:cBhvr>
                                      <p:to>
                                        <p:strVal val="hidden"/>
                                      </p:to>
                                    </p:set>
                                  </p:childTnLst>
                                </p:cTn>
                              </p:par>
                            </p:childTnLst>
                          </p:cTn>
                        </p:par>
                        <p:par>
                          <p:cTn id="8" fill="hold">
                            <p:stCondLst>
                              <p:cond delay="7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0"/>
                                        <p:tgtEl>
                                          <p:spTgt spid="4"/>
                                        </p:tgtEl>
                                      </p:cBhvr>
                                    </p:animEffect>
                                    <p:set>
                                      <p:cBhvr>
                                        <p:cTn id="7" dur="1" fill="hold">
                                          <p:stCondLst>
                                            <p:cond delay="4999"/>
                                          </p:stCondLst>
                                        </p:cTn>
                                        <p:tgtEl>
                                          <p:spTgt spid="4"/>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0"/>
                                        <p:tgtEl>
                                          <p:spTgt spid="5"/>
                                        </p:tgtEl>
                                      </p:cBhvr>
                                    </p:animEffect>
                                    <p:set>
                                      <p:cBhvr>
                                        <p:cTn id="10"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8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10728" y="2240280"/>
            <a:ext cx="438912" cy="438912"/>
          </a:xfrm>
          <a:prstGeom prst="ellipse">
            <a:avLst/>
          </a:prstGeom>
          <a:solidFill>
            <a:srgbClr val="89D7AD"/>
          </a:solidFill>
          <a:ln w="12700">
            <a:solidFill>
              <a:srgbClr val="89D7AD"/>
            </a:solidFill>
            <a:prstDash val="solid"/>
          </a:ln>
        </p:spPr>
      </p:sp>
      <p:pic>
        <p:nvPicPr>
          <p:cNvPr id="14" name="Image 14" descr="Accessibility"/>
          <p:cNvPicPr>
            <a:picLocks noChangeAspect="1"/>
          </p:cNvPicPr>
          <p:nvPr/>
        </p:nvPicPr>
        <p:blipFill>
          <a:blip r:embed="rId2"/>
          <a:stretch>
            <a:fillRect/>
          </a:stretch>
        </p:blipFill>
        <p:spPr>
          <a:xfrm>
            <a:off x="8205752" y="2335304"/>
            <a:ext cx="248863" cy="248863"/>
          </a:xfrm>
          <a:prstGeom prst="rect">
            <a:avLst/>
          </a:prstGeom>
        </p:spPr>
      </p:pic>
      <p:sp>
        <p:nvSpPr>
          <p:cNvPr id="15" name="Text 15"/>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6" name="Text 16"/>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7" name="Text 17"/>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18" name="Card 18"/>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6108192" y="2240280"/>
            <a:ext cx="438912" cy="438912"/>
          </a:xfrm>
          <a:prstGeom prst="ellipse">
            <a:avLst/>
          </a:prstGeom>
          <a:solidFill>
            <a:srgbClr val="89D7AD"/>
          </a:solidFill>
          <a:ln w="12700">
            <a:solidFill>
              <a:srgbClr val="89D7AD"/>
            </a:solidFill>
            <a:prstDash val="solid"/>
          </a:ln>
        </p:spPr>
      </p:sp>
      <p:pic>
        <p:nvPicPr>
          <p:cNvPr id="20" name="Image 20" descr="Sprout"/>
          <p:cNvPicPr>
            <a:picLocks noChangeAspect="1"/>
          </p:cNvPicPr>
          <p:nvPr/>
        </p:nvPicPr>
        <p:blipFill>
          <a:blip r:embed="rId3"/>
          <a:stretch>
            <a:fillRect/>
          </a:stretch>
        </p:blipFill>
        <p:spPr>
          <a:xfrm>
            <a:off x="6203216" y="2335304"/>
            <a:ext cx="248863" cy="248863"/>
          </a:xfrm>
          <a:prstGeom prst="rect">
            <a:avLst/>
          </a:prstGeom>
        </p:spPr>
      </p:pic>
      <p:sp>
        <p:nvSpPr>
          <p:cNvPr id="21" name="Text 21"/>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2" name="Text 22"/>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3" name="Text 23"/>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4" name="Text 24"/>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5" name="Card 25"/>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6" name="Circle 26"/>
          <p:cNvSpPr/>
          <p:nvPr/>
        </p:nvSpPr>
        <p:spPr>
          <a:xfrm>
            <a:off x="4105656" y="2240280"/>
            <a:ext cx="438912" cy="438912"/>
          </a:xfrm>
          <a:prstGeom prst="ellipse">
            <a:avLst/>
          </a:prstGeom>
          <a:solidFill>
            <a:srgbClr val="89D7AD"/>
          </a:solidFill>
          <a:ln w="12700">
            <a:solidFill>
              <a:srgbClr val="89D7AD"/>
            </a:solidFill>
            <a:prstDash val="solid"/>
          </a:ln>
        </p:spPr>
      </p:sp>
      <p:pic>
        <p:nvPicPr>
          <p:cNvPr id="27" name="Image 27" descr="Mountain"/>
          <p:cNvPicPr>
            <a:picLocks noChangeAspect="1"/>
          </p:cNvPicPr>
          <p:nvPr/>
        </p:nvPicPr>
        <p:blipFill>
          <a:blip r:embed="rId4"/>
          <a:stretch>
            <a:fillRect/>
          </a:stretch>
        </p:blipFill>
        <p:spPr>
          <a:xfrm>
            <a:off x="4200680" y="2335304"/>
            <a:ext cx="248863" cy="248863"/>
          </a:xfrm>
          <a:prstGeom prst="rect">
            <a:avLst/>
          </a:prstGeom>
        </p:spPr>
      </p:pic>
      <p:sp>
        <p:nvSpPr>
          <p:cNvPr id="28" name="Text 28"/>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29" name="Text 29"/>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0" name="Text 30"/>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1" name="Text 31"/>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2" name="Card 32"/>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2103120" y="2240280"/>
            <a:ext cx="438912" cy="438912"/>
          </a:xfrm>
          <a:prstGeom prst="ellipse">
            <a:avLst/>
          </a:prstGeom>
          <a:solidFill>
            <a:srgbClr val="89D7AD"/>
          </a:solidFill>
          <a:ln w="12700">
            <a:solidFill>
              <a:srgbClr val="89D7AD"/>
            </a:solidFill>
            <a:prstDash val="solid"/>
          </a:ln>
        </p:spPr>
      </p:sp>
      <p:pic>
        <p:nvPicPr>
          <p:cNvPr id="34" name="Image 34" descr="Rocket"/>
          <p:cNvPicPr>
            <a:picLocks noChangeAspect="1"/>
          </p:cNvPicPr>
          <p:nvPr/>
        </p:nvPicPr>
        <p:blipFill>
          <a:blip r:embed="rId5"/>
          <a:stretch>
            <a:fillRect/>
          </a:stretch>
        </p:blipFill>
        <p:spPr>
          <a:xfrm>
            <a:off x="2198144" y="2335304"/>
            <a:ext cx="248863" cy="248863"/>
          </a:xfrm>
          <a:prstGeom prst="rect">
            <a:avLst/>
          </a:prstGeom>
        </p:spPr>
      </p:pic>
      <p:sp>
        <p:nvSpPr>
          <p:cNvPr id="35" name="Text 35"/>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6" name="Text 36"/>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7" name="Text 37"/>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38" name="Text 38"/>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39" name="Card 39"/>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0" name="Image 40" descr="انطلاق"/>
          <p:cNvPicPr>
            <a:picLocks noChangeAspect="1"/>
          </p:cNvPicPr>
          <p:nvPr/>
        </p:nvPicPr>
        <p:blipFill>
          <a:blip r:embed="rId6"/>
          <a:stretch>
            <a:fillRect/>
          </a:stretch>
        </p:blipFill>
        <p:spPr>
          <a:xfrm>
            <a:off x="8229600" y="4123944"/>
            <a:ext cx="274320" cy="274320"/>
          </a:xfrm>
          <a:prstGeom prst="rect">
            <a:avLst/>
          </a:prstGeom>
        </p:spPr>
      </p:pic>
      <p:sp>
        <p:nvSpPr>
          <p:cNvPr id="41" name="Text 41"/>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80000"/>
                                        <p:tgtEl>
                                          <p:spTgt spid="6"/>
                                        </p:tgtEl>
                                      </p:cBhvr>
                                    </p:animEffect>
                                    <p:set>
                                      <p:cBhvr>
                                        <p:cTn id="7" dur="1" fill="hold">
                                          <p:stCondLst>
                                            <p:cond delay="479999"/>
                                          </p:stCondLst>
                                        </p:cTn>
                                        <p:tgtEl>
                                          <p:spTgt spid="6"/>
                                        </p:tgtEl>
                                        <p:attrNameLst>
                                          <p:attrName>style.visibility</p:attrName>
                                        </p:attrNameLst>
                                      </p:cBhvr>
                                      <p:to>
                                        <p:strVal val="hidden"/>
                                      </p:to>
                                    </p:set>
                                  </p:childTnLst>
                                </p:cTn>
                              </p:par>
                            </p:childTnLst>
                          </p:cTn>
                        </p:par>
                        <p:par>
                          <p:cTn id="8" fill="hold">
                            <p:stCondLst>
                              <p:cond delay="4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7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92440" y="2194560"/>
            <a:ext cx="475488" cy="475488"/>
          </a:xfrm>
          <a:prstGeom prst="ellipse">
            <a:avLst/>
          </a:prstGeom>
          <a:solidFill>
            <a:srgbClr val="3E6350"/>
          </a:solidFill>
          <a:ln w="12700">
            <a:solidFill>
              <a:srgbClr val="3E6350"/>
            </a:solidFill>
            <a:prstDash val="solid"/>
          </a:ln>
        </p:spPr>
      </p:sp>
      <p:sp>
        <p:nvSpPr>
          <p:cNvPr id="14" name="Text 14"/>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5" name="Text 15"/>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6" name="Card 16"/>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8092440" y="2980944"/>
            <a:ext cx="475488" cy="475488"/>
          </a:xfrm>
          <a:prstGeom prst="ellipse">
            <a:avLst/>
          </a:prstGeom>
          <a:solidFill>
            <a:srgbClr val="3E6350"/>
          </a:solidFill>
          <a:ln w="12700">
            <a:solidFill>
              <a:srgbClr val="3E6350"/>
            </a:solidFill>
            <a:prstDash val="solid"/>
          </a:ln>
        </p:spPr>
      </p:sp>
      <p:sp>
        <p:nvSpPr>
          <p:cNvPr id="18" name="Text 18"/>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19" name="Text 19"/>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0" name="Card 20"/>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092440" y="3767328"/>
            <a:ext cx="475488" cy="475488"/>
          </a:xfrm>
          <a:prstGeom prst="ellipse">
            <a:avLst/>
          </a:prstGeom>
          <a:solidFill>
            <a:srgbClr val="3E6350"/>
          </a:solidFill>
          <a:ln w="12700">
            <a:solidFill>
              <a:srgbClr val="3E6350"/>
            </a:solidFill>
            <a:prstDash val="solid"/>
          </a:ln>
        </p:spPr>
      </p:sp>
      <p:sp>
        <p:nvSpPr>
          <p:cNvPr id="22" name="Text 22"/>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3" name="Text 23"/>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4" name="Card 24"/>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1527048" y="2240280"/>
            <a:ext cx="502920" cy="502920"/>
          </a:xfrm>
          <a:prstGeom prst="ellipse">
            <a:avLst/>
          </a:prstGeom>
          <a:solidFill>
            <a:srgbClr val="89D7AD"/>
          </a:solidFill>
          <a:ln w="12700">
            <a:solidFill>
              <a:srgbClr val="89D7AD"/>
            </a:solidFill>
            <a:prstDash val="solid"/>
          </a:ln>
        </p:spPr>
      </p:sp>
      <p:pic>
        <p:nvPicPr>
          <p:cNvPr id="26" name="Image 26" descr="Laptop"/>
          <p:cNvPicPr>
            <a:picLocks noChangeAspect="1"/>
          </p:cNvPicPr>
          <p:nvPr/>
        </p:nvPicPr>
        <p:blipFill>
          <a:blip r:embed="rId2"/>
          <a:stretch>
            <a:fillRect/>
          </a:stretch>
        </p:blipFill>
        <p:spPr>
          <a:xfrm>
            <a:off x="1635930" y="2349162"/>
            <a:ext cx="285156" cy="285156"/>
          </a:xfrm>
          <a:prstGeom prst="rect">
            <a:avLst/>
          </a:prstGeom>
        </p:spPr>
      </p:pic>
      <p:sp>
        <p:nvSpPr>
          <p:cNvPr id="27" name="Text 27"/>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28" name="Text 28"/>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20000"/>
                                        <p:tgtEl>
                                          <p:spTgt spid="6"/>
                                        </p:tgtEl>
                                      </p:cBhvr>
                                    </p:animEffect>
                                    <p:set>
                                      <p:cBhvr>
                                        <p:cTn id="7" dur="1" fill="hold">
                                          <p:stCondLst>
                                            <p:cond delay="419999"/>
                                          </p:stCondLst>
                                        </p:cTn>
                                        <p:tgtEl>
                                          <p:spTgt spid="6"/>
                                        </p:tgtEl>
                                        <p:attrNameLst>
                                          <p:attrName>style.visibility</p:attrName>
                                        </p:attrNameLst>
                                      </p:cBhvr>
                                      <p:to>
                                        <p:strVal val="hidden"/>
                                      </p:to>
                                    </p:set>
                                  </p:childTnLst>
                                </p:cTn>
                              </p:par>
                            </p:childTnLst>
                          </p:cTn>
                        </p:par>
                        <p:par>
                          <p:cTn id="8" fill="hold">
                            <p:stCondLst>
                              <p:cond delay="4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4" name="Text 14"/>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5" name="زر جدول ماذا نعرف 15"/>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6" name="Text 16"/>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7" name="الانتقال إلى جدول ماذا نعرف 17">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18" name="Card 18"/>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Text 19"/>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0" name="Circle 20"/>
          <p:cNvSpPr/>
          <p:nvPr/>
        </p:nvSpPr>
        <p:spPr>
          <a:xfrm>
            <a:off x="3931920" y="2779776"/>
            <a:ext cx="310896" cy="310896"/>
          </a:xfrm>
          <a:prstGeom prst="ellipse">
            <a:avLst/>
          </a:prstGeom>
          <a:solidFill>
            <a:srgbClr val="3E6350"/>
          </a:solidFill>
          <a:ln w="12700">
            <a:solidFill>
              <a:srgbClr val="3E6350"/>
            </a:solidFill>
            <a:prstDash val="solid"/>
          </a:ln>
        </p:spPr>
      </p:sp>
      <p:sp>
        <p:nvSpPr>
          <p:cNvPr id="21" name="Text 21"/>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2" name="Circle 22"/>
          <p:cNvSpPr/>
          <p:nvPr/>
        </p:nvSpPr>
        <p:spPr>
          <a:xfrm>
            <a:off x="3931920" y="3328416"/>
            <a:ext cx="310896" cy="310896"/>
          </a:xfrm>
          <a:prstGeom prst="ellipse">
            <a:avLst/>
          </a:prstGeom>
          <a:solidFill>
            <a:srgbClr val="C9A13B"/>
          </a:solidFill>
          <a:ln w="12700">
            <a:solidFill>
              <a:srgbClr val="C9A13B"/>
            </a:solidFill>
            <a:prstDash val="solid"/>
          </a:ln>
        </p:spPr>
      </p:sp>
      <p:sp>
        <p:nvSpPr>
          <p:cNvPr id="23" name="Text 23"/>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4" name="Circle 24"/>
          <p:cNvSpPr/>
          <p:nvPr/>
        </p:nvSpPr>
        <p:spPr>
          <a:xfrm>
            <a:off x="3931920" y="3877056"/>
            <a:ext cx="310896" cy="310896"/>
          </a:xfrm>
          <a:prstGeom prst="ellipse">
            <a:avLst/>
          </a:prstGeom>
          <a:solidFill>
            <a:srgbClr val="A23B3B"/>
          </a:solidFill>
          <a:ln w="12700">
            <a:solidFill>
              <a:srgbClr val="A23B3B"/>
            </a:solidFill>
            <a:prstDash val="solid"/>
          </a:ln>
        </p:spPr>
      </p:sp>
      <p:sp>
        <p:nvSpPr>
          <p:cNvPr id="25" name="Text 25"/>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
        <p:nvSpPr>
          <p:cNvPr id="26" name="زر ★ لوحة التميز 26">
            <a:hlinkClick r:id="rIdL2" action="ppaction://hlinksldjump"/>
          </p:cNvPr>
          <p:cNvSpPr/>
          <p:nvPr/>
        </p:nvSpPr>
        <p:spPr>
          <a:xfrm>
            <a:off x="731520" y="4041648"/>
            <a:ext cx="146304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التميز</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زر نجمة 1 للمجموعة 1 10"/>
          <p:cNvSpPr/>
          <p:nvPr/>
        </p:nvSpPr>
        <p:spPr>
          <a:xfrm>
            <a:off x="690372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1" name="نجمة 11"/>
          <p:cNvSpPr/>
          <p:nvPr/>
        </p:nvSpPr>
        <p:spPr>
          <a:xfrm>
            <a:off x="690372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2" name="زر نجمة 2 للمجموعة 1 12"/>
          <p:cNvSpPr/>
          <p:nvPr/>
        </p:nvSpPr>
        <p:spPr>
          <a:xfrm>
            <a:off x="646480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3" name="نجمة 13"/>
          <p:cNvSpPr/>
          <p:nvPr/>
        </p:nvSpPr>
        <p:spPr>
          <a:xfrm>
            <a:off x="646480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4" name="زر نجمة 3 للمجموعة 1 14"/>
          <p:cNvSpPr/>
          <p:nvPr/>
        </p:nvSpPr>
        <p:spPr>
          <a:xfrm>
            <a:off x="602589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5" name="نجمة 15"/>
          <p:cNvSpPr/>
          <p:nvPr/>
        </p:nvSpPr>
        <p:spPr>
          <a:xfrm>
            <a:off x="602589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6" name="زر نجمة 4 للمجموعة 1 16"/>
          <p:cNvSpPr/>
          <p:nvPr/>
        </p:nvSpPr>
        <p:spPr>
          <a:xfrm>
            <a:off x="558698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7" name="نجمة 17"/>
          <p:cNvSpPr/>
          <p:nvPr/>
        </p:nvSpPr>
        <p:spPr>
          <a:xfrm>
            <a:off x="558698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8" name="زر نجمة 5 للمجموعة 1 18"/>
          <p:cNvSpPr/>
          <p:nvPr/>
        </p:nvSpPr>
        <p:spPr>
          <a:xfrm>
            <a:off x="514807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9" name="نجمة 19"/>
          <p:cNvSpPr/>
          <p:nvPr/>
        </p:nvSpPr>
        <p:spPr>
          <a:xfrm>
            <a:off x="514807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0" name="Card 20"/>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اسم المجموعة 21"/>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2" name="Text 22"/>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3" name="زر نجمة 1 للمجموعة 2 23"/>
          <p:cNvSpPr/>
          <p:nvPr/>
        </p:nvSpPr>
        <p:spPr>
          <a:xfrm>
            <a:off x="269748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4" name="نجمة 24"/>
          <p:cNvSpPr/>
          <p:nvPr/>
        </p:nvSpPr>
        <p:spPr>
          <a:xfrm>
            <a:off x="269748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5" name="زر نجمة 2 للمجموعة 2 25"/>
          <p:cNvSpPr/>
          <p:nvPr/>
        </p:nvSpPr>
        <p:spPr>
          <a:xfrm>
            <a:off x="225856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6" name="نجمة 26"/>
          <p:cNvSpPr/>
          <p:nvPr/>
        </p:nvSpPr>
        <p:spPr>
          <a:xfrm>
            <a:off x="225856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7" name="زر نجمة 3 للمجموعة 2 27"/>
          <p:cNvSpPr/>
          <p:nvPr/>
        </p:nvSpPr>
        <p:spPr>
          <a:xfrm>
            <a:off x="181965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8" name="نجمة 28"/>
          <p:cNvSpPr/>
          <p:nvPr/>
        </p:nvSpPr>
        <p:spPr>
          <a:xfrm>
            <a:off x="181965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9" name="زر نجمة 4 للمجموعة 2 29"/>
          <p:cNvSpPr/>
          <p:nvPr/>
        </p:nvSpPr>
        <p:spPr>
          <a:xfrm>
            <a:off x="138074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0" name="نجمة 30"/>
          <p:cNvSpPr/>
          <p:nvPr/>
        </p:nvSpPr>
        <p:spPr>
          <a:xfrm>
            <a:off x="138074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1" name="زر نجمة 5 للمجموعة 2 31"/>
          <p:cNvSpPr/>
          <p:nvPr/>
        </p:nvSpPr>
        <p:spPr>
          <a:xfrm>
            <a:off x="94183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2" name="نجمة 32"/>
          <p:cNvSpPr/>
          <p:nvPr/>
        </p:nvSpPr>
        <p:spPr>
          <a:xfrm>
            <a:off x="94183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3" name="Card 33"/>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4" name="اسم المجموعة 34"/>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35" name="Text 35"/>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36" name="زر نجمة 1 للمجموعة 3 36"/>
          <p:cNvSpPr/>
          <p:nvPr/>
        </p:nvSpPr>
        <p:spPr>
          <a:xfrm>
            <a:off x="690372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7" name="نجمة 37"/>
          <p:cNvSpPr/>
          <p:nvPr/>
        </p:nvSpPr>
        <p:spPr>
          <a:xfrm>
            <a:off x="690372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8" name="زر نجمة 2 للمجموعة 3 38"/>
          <p:cNvSpPr/>
          <p:nvPr/>
        </p:nvSpPr>
        <p:spPr>
          <a:xfrm>
            <a:off x="646480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9" name="نجمة 39"/>
          <p:cNvSpPr/>
          <p:nvPr/>
        </p:nvSpPr>
        <p:spPr>
          <a:xfrm>
            <a:off x="646480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0" name="زر نجمة 3 للمجموعة 3 40"/>
          <p:cNvSpPr/>
          <p:nvPr/>
        </p:nvSpPr>
        <p:spPr>
          <a:xfrm>
            <a:off x="602589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1" name="نجمة 41"/>
          <p:cNvSpPr/>
          <p:nvPr/>
        </p:nvSpPr>
        <p:spPr>
          <a:xfrm>
            <a:off x="602589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2" name="زر نجمة 4 للمجموعة 3 42"/>
          <p:cNvSpPr/>
          <p:nvPr/>
        </p:nvSpPr>
        <p:spPr>
          <a:xfrm>
            <a:off x="558698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3" name="نجمة 43"/>
          <p:cNvSpPr/>
          <p:nvPr/>
        </p:nvSpPr>
        <p:spPr>
          <a:xfrm>
            <a:off x="558698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4" name="زر نجمة 5 للمجموعة 3 44"/>
          <p:cNvSpPr/>
          <p:nvPr/>
        </p:nvSpPr>
        <p:spPr>
          <a:xfrm>
            <a:off x="514807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5" name="نجمة 45"/>
          <p:cNvSpPr/>
          <p:nvPr/>
        </p:nvSpPr>
        <p:spPr>
          <a:xfrm>
            <a:off x="514807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6" name="Card 46"/>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47" name="اسم المجموعة 47"/>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48" name="Text 48"/>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49" name="زر نجمة 1 للمجموعة 4 49"/>
          <p:cNvSpPr/>
          <p:nvPr/>
        </p:nvSpPr>
        <p:spPr>
          <a:xfrm>
            <a:off x="269748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0" name="نجمة 50"/>
          <p:cNvSpPr/>
          <p:nvPr/>
        </p:nvSpPr>
        <p:spPr>
          <a:xfrm>
            <a:off x="269748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1" name="زر نجمة 2 للمجموعة 4 51"/>
          <p:cNvSpPr/>
          <p:nvPr/>
        </p:nvSpPr>
        <p:spPr>
          <a:xfrm>
            <a:off x="225856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2" name="نجمة 52"/>
          <p:cNvSpPr/>
          <p:nvPr/>
        </p:nvSpPr>
        <p:spPr>
          <a:xfrm>
            <a:off x="225856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3" name="زر نجمة 3 للمجموعة 4 53"/>
          <p:cNvSpPr/>
          <p:nvPr/>
        </p:nvSpPr>
        <p:spPr>
          <a:xfrm>
            <a:off x="181965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4" name="نجمة 54"/>
          <p:cNvSpPr/>
          <p:nvPr/>
        </p:nvSpPr>
        <p:spPr>
          <a:xfrm>
            <a:off x="181965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5" name="زر نجمة 4 للمجموعة 4 55"/>
          <p:cNvSpPr/>
          <p:nvPr/>
        </p:nvSpPr>
        <p:spPr>
          <a:xfrm>
            <a:off x="138074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6" name="نجمة 56"/>
          <p:cNvSpPr/>
          <p:nvPr/>
        </p:nvSpPr>
        <p:spPr>
          <a:xfrm>
            <a:off x="138074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7" name="زر نجمة 5 للمجموعة 4 57"/>
          <p:cNvSpPr/>
          <p:nvPr/>
        </p:nvSpPr>
        <p:spPr>
          <a:xfrm>
            <a:off x="94183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8" name="نجمة 58"/>
          <p:cNvSpPr/>
          <p:nvPr/>
        </p:nvSpPr>
        <p:spPr>
          <a:xfrm>
            <a:off x="94183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9" name="Card 59"/>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0" name="اسم المجموعة 60"/>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61" name="Text 61"/>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62" name="زر نجمة 1 للمجموعة 5 62"/>
          <p:cNvSpPr/>
          <p:nvPr/>
        </p:nvSpPr>
        <p:spPr>
          <a:xfrm>
            <a:off x="690372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3" name="نجمة 63"/>
          <p:cNvSpPr/>
          <p:nvPr/>
        </p:nvSpPr>
        <p:spPr>
          <a:xfrm>
            <a:off x="690372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4" name="زر نجمة 2 للمجموعة 5 64"/>
          <p:cNvSpPr/>
          <p:nvPr/>
        </p:nvSpPr>
        <p:spPr>
          <a:xfrm>
            <a:off x="646480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5" name="نجمة 65"/>
          <p:cNvSpPr/>
          <p:nvPr/>
        </p:nvSpPr>
        <p:spPr>
          <a:xfrm>
            <a:off x="646480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6" name="زر نجمة 3 للمجموعة 5 66"/>
          <p:cNvSpPr/>
          <p:nvPr/>
        </p:nvSpPr>
        <p:spPr>
          <a:xfrm>
            <a:off x="602589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7" name="نجمة 67"/>
          <p:cNvSpPr/>
          <p:nvPr/>
        </p:nvSpPr>
        <p:spPr>
          <a:xfrm>
            <a:off x="602589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8" name="زر نجمة 4 للمجموعة 5 68"/>
          <p:cNvSpPr/>
          <p:nvPr/>
        </p:nvSpPr>
        <p:spPr>
          <a:xfrm>
            <a:off x="558698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9" name="نجمة 69"/>
          <p:cNvSpPr/>
          <p:nvPr/>
        </p:nvSpPr>
        <p:spPr>
          <a:xfrm>
            <a:off x="558698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0" name="زر نجمة 5 للمجموعة 5 70"/>
          <p:cNvSpPr/>
          <p:nvPr/>
        </p:nvSpPr>
        <p:spPr>
          <a:xfrm>
            <a:off x="514807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1" name="نجمة 71"/>
          <p:cNvSpPr/>
          <p:nvPr/>
        </p:nvSpPr>
        <p:spPr>
          <a:xfrm>
            <a:off x="514807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2" name="Card 72"/>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73" name="اسم المجموعة 73"/>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74" name="Text 74"/>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75" name="زر نجمة 1 للمجموعة 6 75"/>
          <p:cNvSpPr/>
          <p:nvPr/>
        </p:nvSpPr>
        <p:spPr>
          <a:xfrm>
            <a:off x="269748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6" name="نجمة 76"/>
          <p:cNvSpPr/>
          <p:nvPr/>
        </p:nvSpPr>
        <p:spPr>
          <a:xfrm>
            <a:off x="269748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7" name="زر نجمة 2 للمجموعة 6 77"/>
          <p:cNvSpPr/>
          <p:nvPr/>
        </p:nvSpPr>
        <p:spPr>
          <a:xfrm>
            <a:off x="225856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8" name="نجمة 78"/>
          <p:cNvSpPr/>
          <p:nvPr/>
        </p:nvSpPr>
        <p:spPr>
          <a:xfrm>
            <a:off x="225856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9" name="زر نجمة 3 للمجموعة 6 79"/>
          <p:cNvSpPr/>
          <p:nvPr/>
        </p:nvSpPr>
        <p:spPr>
          <a:xfrm>
            <a:off x="181965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0" name="نجمة 80"/>
          <p:cNvSpPr/>
          <p:nvPr/>
        </p:nvSpPr>
        <p:spPr>
          <a:xfrm>
            <a:off x="181965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1" name="زر نجمة 4 للمجموعة 6 81"/>
          <p:cNvSpPr/>
          <p:nvPr/>
        </p:nvSpPr>
        <p:spPr>
          <a:xfrm>
            <a:off x="138074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2" name="نجمة 82"/>
          <p:cNvSpPr/>
          <p:nvPr/>
        </p:nvSpPr>
        <p:spPr>
          <a:xfrm>
            <a:off x="138074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3" name="زر نجمة 5 للمجموعة 6 83"/>
          <p:cNvSpPr/>
          <p:nvPr/>
        </p:nvSpPr>
        <p:spPr>
          <a:xfrm>
            <a:off x="94183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4" name="نجمة 84"/>
          <p:cNvSpPr/>
          <p:nvPr/>
        </p:nvSpPr>
        <p:spPr>
          <a:xfrm>
            <a:off x="94183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5" name="Text 85"/>
          <p:cNvSpPr txBox="1"/>
          <p:nvPr/>
        </p:nvSpPr>
        <p:spPr>
          <a:xfrm>
            <a:off x="1463040" y="4315968"/>
            <a:ext cx="722376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النجمة الفارغة لتمتلئ.</a:t>
            </a:r>
            <a:endParaRPr lang="ar-SA" sz="1000" dirty="0"/>
          </a:p>
        </p:txBody>
      </p:sp>
      <p:sp>
        <p:nvSpPr>
          <p:cNvPr id="86" name="زر ↩ رجوع 86">
            <a:hlinkClick r:id="" action="ppaction://hlinkshowjump?jump=lastslideviewed"/>
          </p:cNvPr>
          <p:cNvSpPr/>
          <p:nvPr/>
        </p:nvSpPr>
        <p:spPr>
          <a:xfrm>
            <a:off x="457200" y="4288536"/>
            <a:ext cx="868680" cy="274320"/>
          </a:xfrm>
          <a:prstGeom prst="roundRect">
            <a:avLst>
              <a:gd name="adj" fmla="val 50000"/>
            </a:avLst>
          </a:prstGeom>
          <a:solidFill>
            <a:srgbClr val="FFFFFF"/>
          </a:solidFill>
          <a:ln w="12700">
            <a:solidFill>
              <a:srgbClr val="D5E7DC"/>
            </a:solidFill>
            <a:prstDash val="solid"/>
          </a:ln>
        </p:spPr>
        <p:txBody>
          <a:bodyPr wrap="square" lIns="0" tIns="0" rIns="0" bIns="0" rtlCol="1" anchor="ctr"/>
          <a:lstStyle/>
          <a:p>
            <a:pPr rtl="1" algn="ctr">
              <a:buNone/>
            </a:pPr>
            <a:r>
              <a:rPr lang="ar-SA" altLang="en-US" sz="1000" b="1" dirty="0">
                <a:solidFill>
                  <a:srgbClr val="3E6350"/>
                </a:solidFill>
                <a:latin typeface="IBM Plex Sans Arabic"/>
                <a:cs typeface="IBM Plex Sans Arabic"/>
              </a:rPr>
              <a:t>↩ رجوع</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childTnLst>
                          </p:cTn>
                        </p:par>
                      </p:childTnLst>
                    </p:cTn>
                  </p:par>
                </p:childTnLst>
              </p:cTn>
              <p:nextCondLst>
                <p:cond evt="onNext" delay="0">
                  <p:tgtEl>
                    <p:sldTgt/>
                  </p:tgtEl>
                </p:cond>
              </p:nextCondLst>
            </p:seq>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300"/>
                                        <p:tgtEl>
                                          <p:spTgt spid="13"/>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4"/>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childTnLst>
                          </p:cTn>
                        </p:par>
                      </p:childTnLst>
                    </p:cTn>
                  </p:par>
                </p:childTnLst>
              </p:cTn>
              <p:nextCondLst>
                <p:cond evt="onNext" delay="0">
                  <p:tgtEl>
                    <p:sldTgt/>
                  </p:tgtEl>
                </p:cond>
              </p:nextCondLst>
            </p:seq>
            <p:seq concurrent="1" nextAc="seek">
              <p:cTn id="20" restart="whenNotActive" fill="hold" evtFilter="cancelBubble" nodeType="interactiveSeq">
                <p:stCondLst>
                  <p:cond evt="onClick" delay="0">
                    <p:tgtEl>
                      <p:spTgt spid="16"/>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300"/>
                                        <p:tgtEl>
                                          <p:spTgt spid="17"/>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18"/>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300"/>
                                        <p:tgtEl>
                                          <p:spTgt spid="19"/>
                                        </p:tgtEl>
                                      </p:cBhvr>
                                    </p:animEffect>
                                  </p:childTnLst>
                                </p:cTn>
                              </p:par>
                            </p:childTnLst>
                          </p:cTn>
                        </p:par>
                      </p:childTnLst>
                    </p:cTn>
                  </p:par>
                </p:childTnLst>
              </p:cTn>
              <p:nextCondLst>
                <p:cond evt="onNext" delay="0">
                  <p:tgtEl>
                    <p:sldTgt/>
                  </p:tgtEl>
                </p:cond>
              </p:nextCondLst>
            </p:seq>
            <p:seq concurrent="1" nextAc="seek">
              <p:cTn id="32" restart="whenNotActive" fill="hold" evtFilter="cancelBubble" nodeType="interactiveSeq">
                <p:stCondLst>
                  <p:cond evt="onClick" delay="0">
                    <p:tgtEl>
                      <p:spTgt spid="23"/>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25"/>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300"/>
                                        <p:tgtEl>
                                          <p:spTgt spid="26"/>
                                        </p:tgtEl>
                                      </p:cBhvr>
                                    </p:animEffect>
                                  </p:childTnLst>
                                </p:cTn>
                              </p:par>
                            </p:childTnLst>
                          </p:cTn>
                        </p:par>
                      </p:childTnLst>
                    </p:cTn>
                  </p:par>
                </p:childTnLst>
              </p:cTn>
              <p:nextCondLst>
                <p:cond evt="onNext" delay="0">
                  <p:tgtEl>
                    <p:sldTgt/>
                  </p:tgtEl>
                </p:cond>
              </p:nextCondLst>
            </p:seq>
            <p:seq concurrent="1" nextAc="seek">
              <p:cTn id="44" restart="whenNotActive" fill="hold" evtFilter="cancelBubble" nodeType="interactiveSeq">
                <p:stCondLst>
                  <p:cond evt="onClick" delay="0">
                    <p:tgtEl>
                      <p:spTgt spid="27"/>
                    </p:tgtEl>
                  </p:cond>
                </p:stCondLst>
                <p:endSync evt="end" delay="0">
                  <p:rtn val="all"/>
                </p:endSync>
                <p:childTnLst>
                  <p:par>
                    <p:cTn id="45" fill="hold">
                      <p:stCondLst>
                        <p:cond delay="0"/>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300"/>
                                        <p:tgtEl>
                                          <p:spTgt spid="28"/>
                                        </p:tgtEl>
                                      </p:cBhvr>
                                    </p:animEffect>
                                  </p:childTnLst>
                                </p:cTn>
                              </p:par>
                            </p:childTnLst>
                          </p:cTn>
                        </p:par>
                      </p:childTnLst>
                    </p:cTn>
                  </p:par>
                </p:childTnLst>
              </p:cTn>
              <p:nextCondLst>
                <p:cond evt="onNext" delay="0">
                  <p:tgtEl>
                    <p:sldTgt/>
                  </p:tgtEl>
                </p:cond>
              </p:nextCondLst>
            </p:seq>
            <p:seq concurrent="1" nextAc="seek">
              <p:cTn id="50" restart="whenNotActive" fill="hold" evtFilter="cancelBubble" nodeType="interactiveSeq">
                <p:stCondLst>
                  <p:cond evt="onClick" delay="0">
                    <p:tgtEl>
                      <p:spTgt spid="29"/>
                    </p:tgtEl>
                  </p:cond>
                </p:stCondLst>
                <p:endSync evt="end" delay="0">
                  <p:rtn val="all"/>
                </p:endSync>
                <p:childTnLst>
                  <p:par>
                    <p:cTn id="51" fill="hold">
                      <p:stCondLst>
                        <p:cond delay="0"/>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300"/>
                                        <p:tgtEl>
                                          <p:spTgt spid="30"/>
                                        </p:tgtEl>
                                      </p:cBhvr>
                                    </p:animEffect>
                                  </p:childTnLst>
                                </p:cTn>
                              </p:par>
                            </p:childTnLst>
                          </p:cTn>
                        </p:par>
                      </p:childTnLst>
                    </p:cTn>
                  </p:par>
                </p:childTnLst>
              </p:cTn>
              <p:nextCondLst>
                <p:cond evt="onNext" delay="0">
                  <p:tgtEl>
                    <p:sldTgt/>
                  </p:tgtEl>
                </p:cond>
              </p:nextCondLst>
            </p:seq>
            <p:seq concurrent="1" nextAc="seek">
              <p:cTn id="56" restart="whenNotActive" fill="hold" evtFilter="cancelBubble" nodeType="interactiveSeq">
                <p:stCondLst>
                  <p:cond evt="onClick" delay="0">
                    <p:tgtEl>
                      <p:spTgt spid="31"/>
                    </p:tgtEl>
                  </p:cond>
                </p:stCondLst>
                <p:endSync evt="end" delay="0">
                  <p:rtn val="all"/>
                </p:endSync>
                <p:childTnLst>
                  <p:par>
                    <p:cTn id="57" fill="hold">
                      <p:stCondLst>
                        <p:cond delay="0"/>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300"/>
                                        <p:tgtEl>
                                          <p:spTgt spid="32"/>
                                        </p:tgtEl>
                                      </p:cBhvr>
                                    </p:animEffect>
                                  </p:childTnLst>
                                </p:cTn>
                              </p:par>
                            </p:childTnLst>
                          </p:cTn>
                        </p:par>
                      </p:childTnLst>
                    </p:cTn>
                  </p:par>
                </p:childTnLst>
              </p:cTn>
              <p:nextCondLst>
                <p:cond evt="onNext" delay="0">
                  <p:tgtEl>
                    <p:sldTgt/>
                  </p:tgtEl>
                </p:cond>
              </p:nextCondLst>
            </p:seq>
            <p:seq concurrent="1" nextAc="seek">
              <p:cTn id="62" restart="whenNotActive" fill="hold" evtFilter="cancelBubble" nodeType="interactiveSeq">
                <p:stCondLst>
                  <p:cond evt="onClick" delay="0">
                    <p:tgtEl>
                      <p:spTgt spid="36"/>
                    </p:tgtEl>
                  </p:cond>
                </p:stCondLst>
                <p:endSync evt="end" delay="0">
                  <p:rtn val="all"/>
                </p:endSync>
                <p:childTnLst>
                  <p:par>
                    <p:cTn id="63" fill="hold">
                      <p:stCondLst>
                        <p:cond delay="0"/>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300"/>
                                        <p:tgtEl>
                                          <p:spTgt spid="37"/>
                                        </p:tgtEl>
                                      </p:cBhvr>
                                    </p:animEffect>
                                  </p:childTnLst>
                                </p:cTn>
                              </p:par>
                            </p:childTnLst>
                          </p:cTn>
                        </p:par>
                      </p:childTnLst>
                    </p:cTn>
                  </p:par>
                </p:childTnLst>
              </p:cTn>
              <p:nextCondLst>
                <p:cond evt="onNext" delay="0">
                  <p:tgtEl>
                    <p:sldTgt/>
                  </p:tgtEl>
                </p:cond>
              </p:nextCondLst>
            </p:seq>
            <p:seq concurrent="1" nextAc="seek">
              <p:cTn id="68" restart="whenNotActive" fill="hold" evtFilter="cancelBubble" nodeType="interactiveSeq">
                <p:stCondLst>
                  <p:cond evt="onClick" delay="0">
                    <p:tgtEl>
                      <p:spTgt spid="38"/>
                    </p:tgtEl>
                  </p:cond>
                </p:stCondLst>
                <p:endSync evt="end" delay="0">
                  <p:rtn val="all"/>
                </p:endSync>
                <p:childTnLst>
                  <p:par>
                    <p:cTn id="69" fill="hold">
                      <p:stCondLst>
                        <p:cond delay="0"/>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9"/>
                                        </p:tgtEl>
                                        <p:attrNameLst>
                                          <p:attrName>style.visibility</p:attrName>
                                        </p:attrNameLst>
                                      </p:cBhvr>
                                      <p:to>
                                        <p:strVal val="visible"/>
                                      </p:to>
                                    </p:set>
                                    <p:animEffect transition="in" filter="fade">
                                      <p:cBhvr>
                                        <p:cTn id="73" dur="300"/>
                                        <p:tgtEl>
                                          <p:spTgt spid="39"/>
                                        </p:tgtEl>
                                      </p:cBhvr>
                                    </p:animEffect>
                                  </p:childTnLst>
                                </p:cTn>
                              </p:par>
                            </p:childTnLst>
                          </p:cTn>
                        </p:par>
                      </p:childTnLst>
                    </p:cTn>
                  </p:par>
                </p:childTnLst>
              </p:cTn>
              <p:nextCondLst>
                <p:cond evt="onNext" delay="0">
                  <p:tgtEl>
                    <p:sldTgt/>
                  </p:tgtEl>
                </p:cond>
              </p:nextCondLst>
            </p:seq>
            <p:seq concurrent="1" nextAc="seek">
              <p:cTn id="74" restart="whenNotActive" fill="hold" evtFilter="cancelBubble" nodeType="interactiveSeq">
                <p:stCondLst>
                  <p:cond evt="onClick" delay="0">
                    <p:tgtEl>
                      <p:spTgt spid="40"/>
                    </p:tgtEl>
                  </p:cond>
                </p:stCondLst>
                <p:endSync evt="end" delay="0">
                  <p:rtn val="all"/>
                </p:endSync>
                <p:childTnLst>
                  <p:par>
                    <p:cTn id="75" fill="hold">
                      <p:stCondLst>
                        <p:cond delay="0"/>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childTnLst>
                          </p:cTn>
                        </p:par>
                      </p:childTnLst>
                    </p:cTn>
                  </p:par>
                </p:childTnLst>
              </p:cTn>
              <p:nextCondLst>
                <p:cond evt="onNext" delay="0">
                  <p:tgtEl>
                    <p:sldTgt/>
                  </p:tgtEl>
                </p:cond>
              </p:nextCondLst>
            </p:seq>
            <p:seq concurrent="1" nextAc="seek">
              <p:cTn id="80" restart="whenNotActive" fill="hold" evtFilter="cancelBubble" nodeType="interactiveSeq">
                <p:stCondLst>
                  <p:cond evt="onClick" delay="0">
                    <p:tgtEl>
                      <p:spTgt spid="42"/>
                    </p:tgtEl>
                  </p:cond>
                </p:stCondLst>
                <p:endSync evt="end" delay="0">
                  <p:rtn val="all"/>
                </p:endSync>
                <p:childTnLst>
                  <p:par>
                    <p:cTn id="81" fill="hold">
                      <p:stCondLst>
                        <p:cond delay="0"/>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300"/>
                                        <p:tgtEl>
                                          <p:spTgt spid="43"/>
                                        </p:tgtEl>
                                      </p:cBhvr>
                                    </p:animEffect>
                                  </p:childTnLst>
                                </p:cTn>
                              </p:par>
                            </p:childTnLst>
                          </p:cTn>
                        </p:par>
                      </p:childTnLst>
                    </p:cTn>
                  </p:par>
                </p:childTnLst>
              </p:cTn>
              <p:nextCondLst>
                <p:cond evt="onNext" delay="0">
                  <p:tgtEl>
                    <p:sldTgt/>
                  </p:tgtEl>
                </p:cond>
              </p:nextCondLst>
            </p:seq>
            <p:seq concurrent="1" nextAc="seek">
              <p:cTn id="86" restart="whenNotActive" fill="hold" evtFilter="cancelBubble" nodeType="interactiveSeq">
                <p:stCondLst>
                  <p:cond evt="onClick" delay="0">
                    <p:tgtEl>
                      <p:spTgt spid="44"/>
                    </p:tgtEl>
                  </p:cond>
                </p:stCondLst>
                <p:endSync evt="end" delay="0">
                  <p:rtn val="all"/>
                </p:endSync>
                <p:childTnLst>
                  <p:par>
                    <p:cTn id="87" fill="hold">
                      <p:stCondLst>
                        <p:cond delay="0"/>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300"/>
                                        <p:tgtEl>
                                          <p:spTgt spid="45"/>
                                        </p:tgtEl>
                                      </p:cBhvr>
                                    </p:animEffect>
                                  </p:childTnLst>
                                </p:cTn>
                              </p:par>
                            </p:childTnLst>
                          </p:cTn>
                        </p:par>
                      </p:childTnLst>
                    </p:cTn>
                  </p:par>
                </p:childTnLst>
              </p:cTn>
              <p:nextCondLst>
                <p:cond evt="onNext" delay="0">
                  <p:tgtEl>
                    <p:sldTgt/>
                  </p:tgtEl>
                </p:cond>
              </p:nextCondLst>
            </p:seq>
            <p:seq concurrent="1" nextAc="seek">
              <p:cTn id="92" restart="whenNotActive" fill="hold" evtFilter="cancelBubble" nodeType="interactiveSeq">
                <p:stCondLst>
                  <p:cond evt="onClick" delay="0">
                    <p:tgtEl>
                      <p:spTgt spid="49"/>
                    </p:tgtEl>
                  </p:cond>
                </p:stCondLst>
                <p:endSync evt="end" delay="0">
                  <p:rtn val="all"/>
                </p:endSync>
                <p:childTnLst>
                  <p:par>
                    <p:cTn id="93" fill="hold">
                      <p:stCondLst>
                        <p:cond delay="0"/>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00"/>
                                        <p:tgtEl>
                                          <p:spTgt spid="50"/>
                                        </p:tgtEl>
                                      </p:cBhvr>
                                    </p:animEffect>
                                  </p:childTnLst>
                                </p:cTn>
                              </p:par>
                            </p:childTnLst>
                          </p:cTn>
                        </p:par>
                      </p:childTnLst>
                    </p:cTn>
                  </p:par>
                </p:childTnLst>
              </p:cTn>
              <p:nextCondLst>
                <p:cond evt="onNext" delay="0">
                  <p:tgtEl>
                    <p:sldTgt/>
                  </p:tgtEl>
                </p:cond>
              </p:nextCondLst>
            </p:seq>
            <p:seq concurrent="1" nextAc="seek">
              <p:cTn id="98" restart="whenNotActive" fill="hold" evtFilter="cancelBubble" nodeType="interactiveSeq">
                <p:stCondLst>
                  <p:cond evt="onClick" delay="0">
                    <p:tgtEl>
                      <p:spTgt spid="51"/>
                    </p:tgtEl>
                  </p:cond>
                </p:stCondLst>
                <p:endSync evt="end" delay="0">
                  <p:rtn val="all"/>
                </p:endSync>
                <p:childTnLst>
                  <p:par>
                    <p:cTn id="99" fill="hold">
                      <p:stCondLst>
                        <p:cond delay="0"/>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00"/>
                                        <p:tgtEl>
                                          <p:spTgt spid="52"/>
                                        </p:tgtEl>
                                      </p:cBhvr>
                                    </p:animEffect>
                                  </p:childTnLst>
                                </p:cTn>
                              </p:par>
                            </p:childTnLst>
                          </p:cTn>
                        </p:par>
                      </p:childTnLst>
                    </p:cTn>
                  </p:par>
                </p:childTnLst>
              </p:cTn>
              <p:nextCondLst>
                <p:cond evt="onNext" delay="0">
                  <p:tgtEl>
                    <p:sldTgt/>
                  </p:tgtEl>
                </p:cond>
              </p:nextCondLst>
            </p:seq>
            <p:seq concurrent="1" nextAc="seek">
              <p:cTn id="104" restart="whenNotActive" fill="hold" evtFilter="cancelBubble" nodeType="interactiveSeq">
                <p:stCondLst>
                  <p:cond evt="onClick" delay="0">
                    <p:tgtEl>
                      <p:spTgt spid="53"/>
                    </p:tgtEl>
                  </p:cond>
                </p:stCondLst>
                <p:endSync evt="end" delay="0">
                  <p:rtn val="all"/>
                </p:endSync>
                <p:childTnLst>
                  <p:par>
                    <p:cTn id="105" fill="hold">
                      <p:stCondLst>
                        <p:cond delay="0"/>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00"/>
                                        <p:tgtEl>
                                          <p:spTgt spid="54"/>
                                        </p:tgtEl>
                                      </p:cBhvr>
                                    </p:animEffect>
                                  </p:childTnLst>
                                </p:cTn>
                              </p:par>
                            </p:childTnLst>
                          </p:cTn>
                        </p:par>
                      </p:childTnLst>
                    </p:cTn>
                  </p:par>
                </p:childTnLst>
              </p:cTn>
              <p:nextCondLst>
                <p:cond evt="onNext" delay="0">
                  <p:tgtEl>
                    <p:sldTgt/>
                  </p:tgtEl>
                </p:cond>
              </p:nextCondLst>
            </p:seq>
            <p:seq concurrent="1" nextAc="seek">
              <p:cTn id="110" restart="whenNotActive" fill="hold" evtFilter="cancelBubble" nodeType="interactiveSeq">
                <p:stCondLst>
                  <p:cond evt="onClick" delay="0">
                    <p:tgtEl>
                      <p:spTgt spid="55"/>
                    </p:tgtEl>
                  </p:cond>
                </p:stCondLst>
                <p:endSync evt="end" delay="0">
                  <p:rtn val="all"/>
                </p:endSync>
                <p:childTnLst>
                  <p:par>
                    <p:cTn id="111" fill="hold">
                      <p:stCondLst>
                        <p:cond delay="0"/>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56"/>
                                        </p:tgtEl>
                                        <p:attrNameLst>
                                          <p:attrName>style.visibility</p:attrName>
                                        </p:attrNameLst>
                                      </p:cBhvr>
                                      <p:to>
                                        <p:strVal val="visible"/>
                                      </p:to>
                                    </p:set>
                                    <p:animEffect transition="in" filter="fade">
                                      <p:cBhvr>
                                        <p:cTn id="115" dur="300"/>
                                        <p:tgtEl>
                                          <p:spTgt spid="56"/>
                                        </p:tgtEl>
                                      </p:cBhvr>
                                    </p:animEffect>
                                  </p:childTnLst>
                                </p:cTn>
                              </p:par>
                            </p:childTnLst>
                          </p:cTn>
                        </p:par>
                      </p:childTnLst>
                    </p:cTn>
                  </p:par>
                </p:childTnLst>
              </p:cTn>
              <p:nextCondLst>
                <p:cond evt="onNext" delay="0">
                  <p:tgtEl>
                    <p:sldTgt/>
                  </p:tgtEl>
                </p:cond>
              </p:nextCondLst>
            </p:seq>
            <p:seq concurrent="1" nextAc="seek">
              <p:cTn id="116" restart="whenNotActive" fill="hold" evtFilter="cancelBubble" nodeType="interactiveSeq">
                <p:stCondLst>
                  <p:cond evt="onClick" delay="0">
                    <p:tgtEl>
                      <p:spTgt spid="57"/>
                    </p:tgtEl>
                  </p:cond>
                </p:stCondLst>
                <p:endSync evt="end" delay="0">
                  <p:rtn val="all"/>
                </p:endSync>
                <p:childTnLst>
                  <p:par>
                    <p:cTn id="117" fill="hold">
                      <p:stCondLst>
                        <p:cond delay="0"/>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58"/>
                                        </p:tgtEl>
                                        <p:attrNameLst>
                                          <p:attrName>style.visibility</p:attrName>
                                        </p:attrNameLst>
                                      </p:cBhvr>
                                      <p:to>
                                        <p:strVal val="visible"/>
                                      </p:to>
                                    </p:set>
                                    <p:animEffect transition="in" filter="fade">
                                      <p:cBhvr>
                                        <p:cTn id="121" dur="300"/>
                                        <p:tgtEl>
                                          <p:spTgt spid="58"/>
                                        </p:tgtEl>
                                      </p:cBhvr>
                                    </p:animEffect>
                                  </p:childTnLst>
                                </p:cTn>
                              </p:par>
                            </p:childTnLst>
                          </p:cTn>
                        </p:par>
                      </p:childTnLst>
                    </p:cTn>
                  </p:par>
                </p:childTnLst>
              </p:cTn>
              <p:nextCondLst>
                <p:cond evt="onNext" delay="0">
                  <p:tgtEl>
                    <p:sldTgt/>
                  </p:tgtEl>
                </p:cond>
              </p:nextCondLst>
            </p:seq>
            <p:seq concurrent="1" nextAc="seek">
              <p:cTn id="122" restart="whenNotActive" fill="hold" evtFilter="cancelBubble" nodeType="interactiveSeq">
                <p:stCondLst>
                  <p:cond evt="onClick" delay="0">
                    <p:tgtEl>
                      <p:spTgt spid="62"/>
                    </p:tgtEl>
                  </p:cond>
                </p:stCondLst>
                <p:endSync evt="end" delay="0">
                  <p:rtn val="all"/>
                </p:endSync>
                <p:childTnLst>
                  <p:par>
                    <p:cTn id="123" fill="hold">
                      <p:stCondLst>
                        <p:cond delay="0"/>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fade">
                                      <p:cBhvr>
                                        <p:cTn id="127" dur="300"/>
                                        <p:tgtEl>
                                          <p:spTgt spid="63"/>
                                        </p:tgtEl>
                                      </p:cBhvr>
                                    </p:animEffect>
                                  </p:childTnLst>
                                </p:cTn>
                              </p:par>
                            </p:childTnLst>
                          </p:cTn>
                        </p:par>
                      </p:childTnLst>
                    </p:cTn>
                  </p:par>
                </p:childTnLst>
              </p:cTn>
              <p:nextCondLst>
                <p:cond evt="onNext" delay="0">
                  <p:tgtEl>
                    <p:sldTgt/>
                  </p:tgtEl>
                </p:cond>
              </p:nextCondLst>
            </p:seq>
            <p:seq concurrent="1" nextAc="seek">
              <p:cTn id="128" restart="whenNotActive" fill="hold" evtFilter="cancelBubble" nodeType="interactiveSeq">
                <p:stCondLst>
                  <p:cond evt="onClick" delay="0">
                    <p:tgtEl>
                      <p:spTgt spid="64"/>
                    </p:tgtEl>
                  </p:cond>
                </p:stCondLst>
                <p:endSync evt="end" delay="0">
                  <p:rtn val="all"/>
                </p:endSync>
                <p:childTnLst>
                  <p:par>
                    <p:cTn id="129" fill="hold">
                      <p:stCondLst>
                        <p:cond delay="0"/>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fade">
                                      <p:cBhvr>
                                        <p:cTn id="133" dur="300"/>
                                        <p:tgtEl>
                                          <p:spTgt spid="65"/>
                                        </p:tgtEl>
                                      </p:cBhvr>
                                    </p:animEffect>
                                  </p:childTnLst>
                                </p:cTn>
                              </p:par>
                            </p:childTnLst>
                          </p:cTn>
                        </p:par>
                      </p:childTnLst>
                    </p:cTn>
                  </p:par>
                </p:childTnLst>
              </p:cTn>
              <p:nextCondLst>
                <p:cond evt="onNext" delay="0">
                  <p:tgtEl>
                    <p:sldTgt/>
                  </p:tgtEl>
                </p:cond>
              </p:nextCondLst>
            </p:seq>
            <p:seq concurrent="1" nextAc="seek">
              <p:cTn id="134" restart="whenNotActive" fill="hold" evtFilter="cancelBubble" nodeType="interactiveSeq">
                <p:stCondLst>
                  <p:cond evt="onClick" delay="0">
                    <p:tgtEl>
                      <p:spTgt spid="66"/>
                    </p:tgtEl>
                  </p:cond>
                </p:stCondLst>
                <p:endSync evt="end" delay="0">
                  <p:rtn val="all"/>
                </p:endSync>
                <p:childTnLst>
                  <p:par>
                    <p:cTn id="135" fill="hold">
                      <p:stCondLst>
                        <p:cond delay="0"/>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fade">
                                      <p:cBhvr>
                                        <p:cTn id="139" dur="300"/>
                                        <p:tgtEl>
                                          <p:spTgt spid="67"/>
                                        </p:tgtEl>
                                      </p:cBhvr>
                                    </p:animEffect>
                                  </p:childTnLst>
                                </p:cTn>
                              </p:par>
                            </p:childTnLst>
                          </p:cTn>
                        </p:par>
                      </p:childTnLst>
                    </p:cTn>
                  </p:par>
                </p:childTnLst>
              </p:cTn>
              <p:nextCondLst>
                <p:cond evt="onNext" delay="0">
                  <p:tgtEl>
                    <p:sldTgt/>
                  </p:tgtEl>
                </p:cond>
              </p:nextCondLst>
            </p:seq>
            <p:seq concurrent="1" nextAc="seek">
              <p:cTn id="140" restart="whenNotActive" fill="hold" evtFilter="cancelBubble" nodeType="interactiveSeq">
                <p:stCondLst>
                  <p:cond evt="onClick" delay="0">
                    <p:tgtEl>
                      <p:spTgt spid="68"/>
                    </p:tgtEl>
                  </p:cond>
                </p:stCondLst>
                <p:endSync evt="end" delay="0">
                  <p:rtn val="all"/>
                </p:endSync>
                <p:childTnLst>
                  <p:par>
                    <p:cTn id="141" fill="hold">
                      <p:stCondLst>
                        <p:cond delay="0"/>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fade">
                                      <p:cBhvr>
                                        <p:cTn id="145" dur="300"/>
                                        <p:tgtEl>
                                          <p:spTgt spid="69"/>
                                        </p:tgtEl>
                                      </p:cBhvr>
                                    </p:animEffect>
                                  </p:childTnLst>
                                </p:cTn>
                              </p:par>
                            </p:childTnLst>
                          </p:cTn>
                        </p:par>
                      </p:childTnLst>
                    </p:cTn>
                  </p:par>
                </p:childTnLst>
              </p:cTn>
              <p:nextCondLst>
                <p:cond evt="onNext" delay="0">
                  <p:tgtEl>
                    <p:sldTgt/>
                  </p:tgtEl>
                </p:cond>
              </p:nextCondLst>
            </p:seq>
            <p:seq concurrent="1" nextAc="seek">
              <p:cTn id="146" restart="whenNotActive" fill="hold" evtFilter="cancelBubble" nodeType="interactiveSeq">
                <p:stCondLst>
                  <p:cond evt="onClick" delay="0">
                    <p:tgtEl>
                      <p:spTgt spid="70"/>
                    </p:tgtEl>
                  </p:cond>
                </p:stCondLst>
                <p:endSync evt="end" delay="0">
                  <p:rtn val="all"/>
                </p:endSync>
                <p:childTnLst>
                  <p:par>
                    <p:cTn id="147" fill="hold">
                      <p:stCondLst>
                        <p:cond delay="0"/>
                      </p:stCondLst>
                      <p:childTnLst>
                        <p:par>
                          <p:cTn id="148" fill="hold">
                            <p:stCondLst>
                              <p:cond delay="0"/>
                            </p:stCondLst>
                            <p:childTnLst>
                              <p:par>
                                <p:cTn id="149" presetID="10" presetClass="entr" presetSubtype="0" fill="hold" grpId="0" nodeType="clickEffect">
                                  <p:stCondLst>
                                    <p:cond delay="0"/>
                                  </p:stCondLst>
                                  <p:childTnLst>
                                    <p:set>
                                      <p:cBhvr>
                                        <p:cTn id="150" dur="1" fill="hold">
                                          <p:stCondLst>
                                            <p:cond delay="0"/>
                                          </p:stCondLst>
                                        </p:cTn>
                                        <p:tgtEl>
                                          <p:spTgt spid="71"/>
                                        </p:tgtEl>
                                        <p:attrNameLst>
                                          <p:attrName>style.visibility</p:attrName>
                                        </p:attrNameLst>
                                      </p:cBhvr>
                                      <p:to>
                                        <p:strVal val="visible"/>
                                      </p:to>
                                    </p:set>
                                    <p:animEffect transition="in" filter="fade">
                                      <p:cBhvr>
                                        <p:cTn id="151" dur="300"/>
                                        <p:tgtEl>
                                          <p:spTgt spid="71"/>
                                        </p:tgtEl>
                                      </p:cBhvr>
                                    </p:animEffect>
                                  </p:childTnLst>
                                </p:cTn>
                              </p:par>
                            </p:childTnLst>
                          </p:cTn>
                        </p:par>
                      </p:childTnLst>
                    </p:cTn>
                  </p:par>
                </p:childTnLst>
              </p:cTn>
              <p:nextCondLst>
                <p:cond evt="onNext" delay="0">
                  <p:tgtEl>
                    <p:sldTgt/>
                  </p:tgtEl>
                </p:cond>
              </p:nextCondLst>
            </p:seq>
            <p:seq concurrent="1" nextAc="seek">
              <p:cTn id="152" restart="whenNotActive" fill="hold" evtFilter="cancelBubble" nodeType="interactiveSeq">
                <p:stCondLst>
                  <p:cond evt="onClick" delay="0">
                    <p:tgtEl>
                      <p:spTgt spid="75"/>
                    </p:tgtEl>
                  </p:cond>
                </p:stCondLst>
                <p:endSync evt="end" delay="0">
                  <p:rtn val="all"/>
                </p:endSync>
                <p:childTnLst>
                  <p:par>
                    <p:cTn id="153" fill="hold">
                      <p:stCondLst>
                        <p:cond delay="0"/>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76"/>
                                        </p:tgtEl>
                                        <p:attrNameLst>
                                          <p:attrName>style.visibility</p:attrName>
                                        </p:attrNameLst>
                                      </p:cBhvr>
                                      <p:to>
                                        <p:strVal val="visible"/>
                                      </p:to>
                                    </p:set>
                                    <p:animEffect transition="in" filter="fade">
                                      <p:cBhvr>
                                        <p:cTn id="157" dur="300"/>
                                        <p:tgtEl>
                                          <p:spTgt spid="76"/>
                                        </p:tgtEl>
                                      </p:cBhvr>
                                    </p:animEffect>
                                  </p:childTnLst>
                                </p:cTn>
                              </p:par>
                            </p:childTnLst>
                          </p:cTn>
                        </p:par>
                      </p:childTnLst>
                    </p:cTn>
                  </p:par>
                </p:childTnLst>
              </p:cTn>
              <p:nextCondLst>
                <p:cond evt="onNext" delay="0">
                  <p:tgtEl>
                    <p:sldTgt/>
                  </p:tgtEl>
                </p:cond>
              </p:nextCondLst>
            </p:seq>
            <p:seq concurrent="1" nextAc="seek">
              <p:cTn id="158" restart="whenNotActive" fill="hold" evtFilter="cancelBubble" nodeType="interactiveSeq">
                <p:stCondLst>
                  <p:cond evt="onClick" delay="0">
                    <p:tgtEl>
                      <p:spTgt spid="77"/>
                    </p:tgtEl>
                  </p:cond>
                </p:stCondLst>
                <p:endSync evt="end" delay="0">
                  <p:rtn val="all"/>
                </p:endSync>
                <p:childTnLst>
                  <p:par>
                    <p:cTn id="159" fill="hold">
                      <p:stCondLst>
                        <p:cond delay="0"/>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78"/>
                                        </p:tgtEl>
                                        <p:attrNameLst>
                                          <p:attrName>style.visibility</p:attrName>
                                        </p:attrNameLst>
                                      </p:cBhvr>
                                      <p:to>
                                        <p:strVal val="visible"/>
                                      </p:to>
                                    </p:set>
                                    <p:animEffect transition="in" filter="fade">
                                      <p:cBhvr>
                                        <p:cTn id="163" dur="300"/>
                                        <p:tgtEl>
                                          <p:spTgt spid="78"/>
                                        </p:tgtEl>
                                      </p:cBhvr>
                                    </p:animEffect>
                                  </p:childTnLst>
                                </p:cTn>
                              </p:par>
                            </p:childTnLst>
                          </p:cTn>
                        </p:par>
                      </p:childTnLst>
                    </p:cTn>
                  </p:par>
                </p:childTnLst>
              </p:cTn>
              <p:nextCondLst>
                <p:cond evt="onNext" delay="0">
                  <p:tgtEl>
                    <p:sldTgt/>
                  </p:tgtEl>
                </p:cond>
              </p:nextCondLst>
            </p:seq>
            <p:seq concurrent="1" nextAc="seek">
              <p:cTn id="164" restart="whenNotActive" fill="hold" evtFilter="cancelBubble" nodeType="interactiveSeq">
                <p:stCondLst>
                  <p:cond evt="onClick" delay="0">
                    <p:tgtEl>
                      <p:spTgt spid="79"/>
                    </p:tgtEl>
                  </p:cond>
                </p:stCondLst>
                <p:endSync evt="end" delay="0">
                  <p:rtn val="all"/>
                </p:endSync>
                <p:childTnLst>
                  <p:par>
                    <p:cTn id="165" fill="hold">
                      <p:stCondLst>
                        <p:cond delay="0"/>
                      </p:stCondLst>
                      <p:childTnLst>
                        <p:par>
                          <p:cTn id="166" fill="hold">
                            <p:stCondLst>
                              <p:cond delay="0"/>
                            </p:stCondLst>
                            <p:childTnLst>
                              <p:par>
                                <p:cTn id="167" presetID="10" presetClass="entr" presetSubtype="0" fill="hold" grpId="0" nodeType="clickEffect">
                                  <p:stCondLst>
                                    <p:cond delay="0"/>
                                  </p:stCondLst>
                                  <p:childTnLst>
                                    <p:set>
                                      <p:cBhvr>
                                        <p:cTn id="168" dur="1" fill="hold">
                                          <p:stCondLst>
                                            <p:cond delay="0"/>
                                          </p:stCondLst>
                                        </p:cTn>
                                        <p:tgtEl>
                                          <p:spTgt spid="80"/>
                                        </p:tgtEl>
                                        <p:attrNameLst>
                                          <p:attrName>style.visibility</p:attrName>
                                        </p:attrNameLst>
                                      </p:cBhvr>
                                      <p:to>
                                        <p:strVal val="visible"/>
                                      </p:to>
                                    </p:set>
                                    <p:animEffect transition="in" filter="fade">
                                      <p:cBhvr>
                                        <p:cTn id="169" dur="300"/>
                                        <p:tgtEl>
                                          <p:spTgt spid="80"/>
                                        </p:tgtEl>
                                      </p:cBhvr>
                                    </p:animEffect>
                                  </p:childTnLst>
                                </p:cTn>
                              </p:par>
                            </p:childTnLst>
                          </p:cTn>
                        </p:par>
                      </p:childTnLst>
                    </p:cTn>
                  </p:par>
                </p:childTnLst>
              </p:cTn>
              <p:nextCondLst>
                <p:cond evt="onNext" delay="0">
                  <p:tgtEl>
                    <p:sldTgt/>
                  </p:tgtEl>
                </p:cond>
              </p:nextCondLst>
            </p:seq>
            <p:seq concurrent="1" nextAc="seek">
              <p:cTn id="170" restart="whenNotActive" fill="hold" evtFilter="cancelBubble" nodeType="interactiveSeq">
                <p:stCondLst>
                  <p:cond evt="onClick" delay="0">
                    <p:tgtEl>
                      <p:spTgt spid="81"/>
                    </p:tgtEl>
                  </p:cond>
                </p:stCondLst>
                <p:endSync evt="end" delay="0">
                  <p:rtn val="all"/>
                </p:endSync>
                <p:childTnLst>
                  <p:par>
                    <p:cTn id="171" fill="hold">
                      <p:stCondLst>
                        <p:cond delay="0"/>
                      </p:stCondLst>
                      <p:childTnLst>
                        <p:par>
                          <p:cTn id="172"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82"/>
                                        </p:tgtEl>
                                        <p:attrNameLst>
                                          <p:attrName>style.visibility</p:attrName>
                                        </p:attrNameLst>
                                      </p:cBhvr>
                                      <p:to>
                                        <p:strVal val="visible"/>
                                      </p:to>
                                    </p:set>
                                    <p:animEffect transition="in" filter="fade">
                                      <p:cBhvr>
                                        <p:cTn id="175" dur="300"/>
                                        <p:tgtEl>
                                          <p:spTgt spid="82"/>
                                        </p:tgtEl>
                                      </p:cBhvr>
                                    </p:animEffect>
                                  </p:childTnLst>
                                </p:cTn>
                              </p:par>
                            </p:childTnLst>
                          </p:cTn>
                        </p:par>
                      </p:childTnLst>
                    </p:cTn>
                  </p:par>
                </p:childTnLst>
              </p:cTn>
              <p:nextCondLst>
                <p:cond evt="onNext" delay="0">
                  <p:tgtEl>
                    <p:sldTgt/>
                  </p:tgtEl>
                </p:cond>
              </p:nextCondLst>
            </p:seq>
            <p:seq concurrent="1" nextAc="seek">
              <p:cTn id="176" restart="whenNotActive" fill="hold" evtFilter="cancelBubble" nodeType="interactiveSeq">
                <p:stCondLst>
                  <p:cond evt="onClick" delay="0">
                    <p:tgtEl>
                      <p:spTgt spid="83"/>
                    </p:tgtEl>
                  </p:cond>
                </p:stCondLst>
                <p:endSync evt="end" delay="0">
                  <p:rtn val="all"/>
                </p:endSync>
                <p:childTnLst>
                  <p:par>
                    <p:cTn id="177" fill="hold">
                      <p:stCondLst>
                        <p:cond delay="0"/>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84"/>
                                        </p:tgtEl>
                                        <p:attrNameLst>
                                          <p:attrName>style.visibility</p:attrName>
                                        </p:attrNameLst>
                                      </p:cBhvr>
                                      <p:to>
                                        <p:strVal val="visible"/>
                                      </p:to>
                                    </p:set>
                                    <p:animEffect transition="in" filter="fade">
                                      <p:cBhvr>
                                        <p:cTn id="181" dur="300"/>
                                        <p:tgtEl>
                                          <p:spTgt spid="84"/>
                                        </p:tgtEl>
                                      </p:cBhvr>
                                    </p:animEffect>
                                  </p:childTnLst>
                                </p:cTn>
                              </p:par>
                            </p:childTnLst>
                          </p:cTn>
                        </p:par>
                      </p:childTnLst>
                    </p:cTn>
                  </p:par>
                </p:childTnLst>
              </p:cTn>
              <p:nextCondLst>
                <p:cond evt="onNext" delay="0">
                  <p:tgtEl>
                    <p:sldTgt/>
                  </p:tgtEl>
                </p:cond>
              </p:nextCondLst>
            </p:seq>
          </p:childTnLst>
        </p:cTn>
      </p:par>
    </p:tnLst>
    <p:bldLst>
      <p:bldP spid="11" grpId="0" animBg="1"/>
      <p:bldP spid="13" grpId="0" animBg="1"/>
      <p:bldP spid="15" grpId="0" animBg="1"/>
      <p:bldP spid="17" grpId="0" animBg="1"/>
      <p:bldP spid="19" grpId="0" animBg="1"/>
      <p:bldP spid="24" grpId="0" animBg="1"/>
      <p:bldP spid="26" grpId="0" animBg="1"/>
      <p:bldP spid="28" grpId="0" animBg="1"/>
      <p:bldP spid="30" grpId="0" animBg="1"/>
      <p:bldP spid="32" grpId="0" animBg="1"/>
      <p:bldP spid="37" grpId="0" animBg="1"/>
      <p:bldP spid="39" grpId="0" animBg="1"/>
      <p:bldP spid="41" grpId="0" animBg="1"/>
      <p:bldP spid="43" grpId="0" animBg="1"/>
      <p:bldP spid="45" grpId="0" animBg="1"/>
      <p:bldP spid="50" grpId="0" animBg="1"/>
      <p:bldP spid="52" grpId="0" animBg="1"/>
      <p:bldP spid="54" grpId="0" animBg="1"/>
      <p:bldP spid="56" grpId="0" animBg="1"/>
      <p:bldP spid="58" grpId="0" animBg="1"/>
      <p:bldP spid="63" grpId="0" animBg="1"/>
      <p:bldP spid="65" grpId="0" animBg="1"/>
      <p:bldP spid="67" grpId="0" animBg="1"/>
      <p:bldP spid="69" grpId="0" animBg="1"/>
      <p:bldP spid="71" grpId="0" animBg="1"/>
      <p:bldP spid="76" grpId="0" animBg="1"/>
      <p:bldP spid="78" grpId="0" animBg="1"/>
      <p:bldP spid="80" grpId="0" animBg="1"/>
      <p:bldP spid="82" grpId="0" animBg="1"/>
      <p:bldP spid="8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شريط يتناقص ثم «انتهى الوقت» وجرس</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بنغمة صاعدة، أحمر بنغمة هابطة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بعد 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النجمة الفارغة فتمتلئ؛ وزرها في الاتفاقات والخلاصة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لوحة التميز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لوحة التميز،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